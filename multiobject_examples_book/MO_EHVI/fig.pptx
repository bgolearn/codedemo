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440021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390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1767462"/>
            <a:ext cx="12240181" cy="375991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5672376"/>
            <a:ext cx="10800160" cy="2607442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104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649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2692444"/>
            <a:ext cx="12420184" cy="4492401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7227345"/>
            <a:ext cx="12420184" cy="2362447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/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6822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2874937"/>
            <a:ext cx="6120091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2874937"/>
            <a:ext cx="6120091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3139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574990"/>
            <a:ext cx="12420184" cy="2087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2647443"/>
            <a:ext cx="6091964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3944914"/>
            <a:ext cx="6091964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2647443"/>
            <a:ext cx="6121966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3944914"/>
            <a:ext cx="6121966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5651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4275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189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19984"/>
            <a:ext cx="4644444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1554968"/>
            <a:ext cx="7290108" cy="767483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3239929"/>
            <a:ext cx="4644444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5888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19984"/>
            <a:ext cx="4644444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1554968"/>
            <a:ext cx="7290108" cy="767483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3239929"/>
            <a:ext cx="4644444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88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2841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574987"/>
            <a:ext cx="3105046" cy="91523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574987"/>
            <a:ext cx="9135135" cy="91523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6414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574990"/>
            <a:ext cx="12420184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2874937"/>
            <a:ext cx="12420184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10009783"/>
            <a:ext cx="324004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0009783"/>
            <a:ext cx="4860072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0009783"/>
            <a:ext cx="324004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8666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A84E9628-BA7B-5E0D-AE9A-128069BE4F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573" y="5313352"/>
            <a:ext cx="5486411" cy="548641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6BBE77C-1189-DFB9-249B-641397D8C6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153" y="5313350"/>
            <a:ext cx="5486411" cy="5486411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C15557A0-4AAF-322F-70AE-B81D0812C2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32560" y="-4"/>
            <a:ext cx="5486400" cy="54864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4798B9A-5C89-32AF-3CF6-829F1582E2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153" y="-14"/>
            <a:ext cx="5486411" cy="5486411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B21DF782-365B-EF9D-5E56-8593D1EE698B}"/>
              </a:ext>
            </a:extLst>
          </p:cNvPr>
          <p:cNvSpPr txBox="1"/>
          <p:nvPr/>
        </p:nvSpPr>
        <p:spPr>
          <a:xfrm>
            <a:off x="2161139" y="0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08F3606-3927-73B9-E15A-455A74855CC5}"/>
              </a:ext>
            </a:extLst>
          </p:cNvPr>
          <p:cNvSpPr txBox="1"/>
          <p:nvPr/>
        </p:nvSpPr>
        <p:spPr>
          <a:xfrm>
            <a:off x="7342731" y="0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95418A0-85B8-0166-413E-001066C3EE47}"/>
              </a:ext>
            </a:extLst>
          </p:cNvPr>
          <p:cNvSpPr txBox="1"/>
          <p:nvPr/>
        </p:nvSpPr>
        <p:spPr>
          <a:xfrm>
            <a:off x="2189001" y="5486400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311A8F1-36B2-984A-0E12-799F65CD339D}"/>
              </a:ext>
            </a:extLst>
          </p:cNvPr>
          <p:cNvSpPr txBox="1"/>
          <p:nvPr/>
        </p:nvSpPr>
        <p:spPr>
          <a:xfrm>
            <a:off x="7394726" y="5490865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EDBAC7AA-18AA-DC07-536A-F480CB12CA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4886" y="780264"/>
            <a:ext cx="686877" cy="239028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FB3347EE-E11C-185E-7FE2-0E05AE130C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7547" y="772370"/>
            <a:ext cx="1149917" cy="239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005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286</TotalTime>
  <Words>12</Words>
  <Application>Microsoft Office PowerPoint</Application>
  <PresentationFormat>自定义</PresentationFormat>
  <Paragraphs>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Bin Cao</dc:creator>
  <cp:lastModifiedBy>Bin Cao</cp:lastModifiedBy>
  <cp:revision>3</cp:revision>
  <dcterms:created xsi:type="dcterms:W3CDTF">2024-12-16T07:50:07Z</dcterms:created>
  <dcterms:modified xsi:type="dcterms:W3CDTF">2024-12-16T12:45:33Z</dcterms:modified>
</cp:coreProperties>
</file>