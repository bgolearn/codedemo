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-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9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2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5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7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84E9628-BA7B-5E0D-AE9A-128069BE4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573" y="5313352"/>
            <a:ext cx="5486411" cy="54864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6BBE77C-1189-DFB9-249B-641397D8C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153" y="5313350"/>
            <a:ext cx="5486411" cy="5486411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C15557A0-4AAF-322F-70AE-B81D0812C2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560" y="-4"/>
            <a:ext cx="5486400" cy="5486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4798B9A-5C89-32AF-3CF6-829F1582E2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153" y="-14"/>
            <a:ext cx="5486411" cy="54864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1DF782-365B-EF9D-5E56-8593D1EE698B}"/>
              </a:ext>
            </a:extLst>
          </p:cNvPr>
          <p:cNvSpPr txBox="1"/>
          <p:nvPr/>
        </p:nvSpPr>
        <p:spPr>
          <a:xfrm>
            <a:off x="2161139" y="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F3606-3927-73B9-E15A-455A74855CC5}"/>
              </a:ext>
            </a:extLst>
          </p:cNvPr>
          <p:cNvSpPr txBox="1"/>
          <p:nvPr/>
        </p:nvSpPr>
        <p:spPr>
          <a:xfrm>
            <a:off x="7342731" y="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5418A0-85B8-0166-413E-001066C3EE47}"/>
              </a:ext>
            </a:extLst>
          </p:cNvPr>
          <p:cNvSpPr txBox="1"/>
          <p:nvPr/>
        </p:nvSpPr>
        <p:spPr>
          <a:xfrm>
            <a:off x="2189001" y="54864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11A8F1-36B2-984A-0E12-799F65CD339D}"/>
              </a:ext>
            </a:extLst>
          </p:cNvPr>
          <p:cNvSpPr txBox="1"/>
          <p:nvPr/>
        </p:nvSpPr>
        <p:spPr>
          <a:xfrm>
            <a:off x="7394726" y="5490865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DBAC7AA-18AA-DC07-536A-F480CB12C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886" y="780264"/>
            <a:ext cx="686877" cy="23902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B3347EE-E11C-185E-7FE2-0E05AE130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547" y="772370"/>
            <a:ext cx="1149917" cy="2390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9FA5D5-AE4D-536B-8F0C-C2F86C9CBC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9353" y="1288027"/>
            <a:ext cx="1274325" cy="4530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1AF078-C784-B661-8ACD-7EC3C3EBC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0933" y="1267021"/>
            <a:ext cx="1274325" cy="4530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09922B-EE6F-AA0D-316F-768DFF2AE8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958" y="6603377"/>
            <a:ext cx="1455300" cy="4530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A33801-BDBF-1D94-9478-2E713D3176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865" y="6638875"/>
            <a:ext cx="1455300" cy="45309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B663439-A05E-294B-3262-AEF90A5E808F}"/>
              </a:ext>
            </a:extLst>
          </p:cNvPr>
          <p:cNvSpPr txBox="1"/>
          <p:nvPr/>
        </p:nvSpPr>
        <p:spPr>
          <a:xfrm>
            <a:off x="5100458" y="1257496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1636CA-4E91-FAA2-5DA5-2BAC1ACCA630}"/>
              </a:ext>
            </a:extLst>
          </p:cNvPr>
          <p:cNvSpPr txBox="1"/>
          <p:nvPr/>
        </p:nvSpPr>
        <p:spPr>
          <a:xfrm>
            <a:off x="10306778" y="1282159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7AF100-148D-65AF-8F28-F7775A8E764E}"/>
              </a:ext>
            </a:extLst>
          </p:cNvPr>
          <p:cNvSpPr txBox="1"/>
          <p:nvPr/>
        </p:nvSpPr>
        <p:spPr>
          <a:xfrm>
            <a:off x="5109982" y="659000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9FA7A8-5D00-A093-6ABC-159D332FC260}"/>
              </a:ext>
            </a:extLst>
          </p:cNvPr>
          <p:cNvSpPr txBox="1"/>
          <p:nvPr/>
        </p:nvSpPr>
        <p:spPr>
          <a:xfrm>
            <a:off x="10302358" y="657179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0C83-33A7-1A3E-1E19-C3E08773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898C03-0C14-47EC-7A34-3FD7F923B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195" y="1250671"/>
            <a:ext cx="7914393" cy="7914393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B2B149-FF4A-C682-D114-445EE9684CA8}"/>
              </a:ext>
            </a:extLst>
          </p:cNvPr>
          <p:cNvCxnSpPr/>
          <p:nvPr/>
        </p:nvCxnSpPr>
        <p:spPr>
          <a:xfrm flipV="1">
            <a:off x="4374778" y="2187388"/>
            <a:ext cx="0" cy="6078071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3029E9C-ED17-BB2C-45EC-FD29DBFE3272}"/>
              </a:ext>
            </a:extLst>
          </p:cNvPr>
          <p:cNvCxnSpPr>
            <a:cxnSpLocks/>
          </p:cNvCxnSpPr>
          <p:nvPr/>
        </p:nvCxnSpPr>
        <p:spPr>
          <a:xfrm>
            <a:off x="4105836" y="7530354"/>
            <a:ext cx="6131859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85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301</TotalTime>
  <Words>20</Words>
  <Application>Microsoft Office PowerPoint</Application>
  <PresentationFormat>自定义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5</cp:revision>
  <dcterms:created xsi:type="dcterms:W3CDTF">2024-12-16T07:50:07Z</dcterms:created>
  <dcterms:modified xsi:type="dcterms:W3CDTF">2024-12-22T07:39:48Z</dcterms:modified>
</cp:coreProperties>
</file>