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39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9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2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5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7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9C800-D8FE-BBF4-116E-A3EE861F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695" y="0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A07B62-EFE9-FE18-2CBE-8C054901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170" y="0"/>
            <a:ext cx="5486411" cy="54864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1DF782-365B-EF9D-5E56-8593D1EE698B}"/>
              </a:ext>
            </a:extLst>
          </p:cNvPr>
          <p:cNvSpPr txBox="1"/>
          <p:nvPr/>
        </p:nvSpPr>
        <p:spPr>
          <a:xfrm>
            <a:off x="2161139" y="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F3606-3927-73B9-E15A-455A74855CC5}"/>
              </a:ext>
            </a:extLst>
          </p:cNvPr>
          <p:cNvSpPr txBox="1"/>
          <p:nvPr/>
        </p:nvSpPr>
        <p:spPr>
          <a:xfrm>
            <a:off x="7342731" y="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307</TotalTime>
  <Words>6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4</cp:revision>
  <dcterms:created xsi:type="dcterms:W3CDTF">2024-12-16T07:50:07Z</dcterms:created>
  <dcterms:modified xsi:type="dcterms:W3CDTF">2024-12-16T13:07:02Z</dcterms:modified>
</cp:coreProperties>
</file>