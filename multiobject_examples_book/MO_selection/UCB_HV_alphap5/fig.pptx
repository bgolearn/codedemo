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  <p:sldId id="257" r:id="rId3"/>
  </p:sldIdLst>
  <p:sldSz cx="14400213" cy="10799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34" y="10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80016" y="1767462"/>
            <a:ext cx="12240181" cy="3759917"/>
          </a:xfrm>
        </p:spPr>
        <p:txBody>
          <a:bodyPr anchor="b"/>
          <a:lstStyle>
            <a:lvl1pPr algn="ctr"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00027" y="5672376"/>
            <a:ext cx="10800160" cy="2607442"/>
          </a:xfrm>
        </p:spPr>
        <p:txBody>
          <a:bodyPr/>
          <a:lstStyle>
            <a:lvl1pPr marL="0" indent="0" algn="ctr">
              <a:buNone/>
              <a:defRPr sz="3780"/>
            </a:lvl1pPr>
            <a:lvl2pPr marL="719999" indent="0" algn="ctr">
              <a:buNone/>
              <a:defRPr sz="3150"/>
            </a:lvl2pPr>
            <a:lvl3pPr marL="1439997" indent="0" algn="ctr">
              <a:buNone/>
              <a:defRPr sz="2835"/>
            </a:lvl3pPr>
            <a:lvl4pPr marL="2159996" indent="0" algn="ctr">
              <a:buNone/>
              <a:defRPr sz="2520"/>
            </a:lvl4pPr>
            <a:lvl5pPr marL="2879994" indent="0" algn="ctr">
              <a:buNone/>
              <a:defRPr sz="2520"/>
            </a:lvl5pPr>
            <a:lvl6pPr marL="3599993" indent="0" algn="ctr">
              <a:buNone/>
              <a:defRPr sz="2520"/>
            </a:lvl6pPr>
            <a:lvl7pPr marL="4319991" indent="0" algn="ctr">
              <a:buNone/>
              <a:defRPr sz="2520"/>
            </a:lvl7pPr>
            <a:lvl8pPr marL="5039990" indent="0" algn="ctr">
              <a:buNone/>
              <a:defRPr sz="2520"/>
            </a:lvl8pPr>
            <a:lvl9pPr marL="5759988" indent="0" algn="ctr">
              <a:buNone/>
              <a:defRPr sz="252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01045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4988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82515" y="2692444"/>
            <a:ext cx="12420184" cy="4492401"/>
          </a:xfrm>
        </p:spPr>
        <p:txBody>
          <a:bodyPr anchor="b"/>
          <a:lstStyle>
            <a:lvl1pPr>
              <a:defRPr sz="944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82515" y="7227345"/>
            <a:ext cx="12420184" cy="2362447"/>
          </a:xfrm>
        </p:spPr>
        <p:txBody>
          <a:bodyPr/>
          <a:lstStyle>
            <a:lvl1pPr marL="0" indent="0">
              <a:buNone/>
              <a:defRPr sz="3780">
                <a:solidFill>
                  <a:schemeClr val="tx1"/>
                </a:solidFill>
              </a:defRPr>
            </a:lvl1pPr>
            <a:lvl2pPr marL="719999" indent="0">
              <a:buNone/>
              <a:defRPr sz="3150">
                <a:solidFill>
                  <a:schemeClr val="tx1">
                    <a:tint val="75000"/>
                  </a:schemeClr>
                </a:solidFill>
              </a:defRPr>
            </a:lvl2pPr>
            <a:lvl3pPr marL="1439997" indent="0">
              <a:buNone/>
              <a:defRPr sz="2835">
                <a:solidFill>
                  <a:schemeClr val="tx1">
                    <a:tint val="75000"/>
                  </a:schemeClr>
                </a:solidFill>
              </a:defRPr>
            </a:lvl3pPr>
            <a:lvl4pPr marL="2159996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4pPr>
            <a:lvl5pPr marL="2879994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5pPr>
            <a:lvl6pPr marL="3599993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6pPr>
            <a:lvl7pPr marL="4319991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7pPr>
            <a:lvl8pPr marL="503999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8pPr>
            <a:lvl9pPr marL="5759988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6822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90014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290108" y="2874937"/>
            <a:ext cx="6120091" cy="685235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31398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574990"/>
            <a:ext cx="12420184" cy="208745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1892" y="2647443"/>
            <a:ext cx="6091964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91892" y="3944914"/>
            <a:ext cx="6091964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290109" y="2647443"/>
            <a:ext cx="6121966" cy="1297471"/>
          </a:xfrm>
        </p:spPr>
        <p:txBody>
          <a:bodyPr anchor="b"/>
          <a:lstStyle>
            <a:lvl1pPr marL="0" indent="0">
              <a:buNone/>
              <a:defRPr sz="3780" b="1"/>
            </a:lvl1pPr>
            <a:lvl2pPr marL="719999" indent="0">
              <a:buNone/>
              <a:defRPr sz="3150" b="1"/>
            </a:lvl2pPr>
            <a:lvl3pPr marL="1439997" indent="0">
              <a:buNone/>
              <a:defRPr sz="2835" b="1"/>
            </a:lvl3pPr>
            <a:lvl4pPr marL="2159996" indent="0">
              <a:buNone/>
              <a:defRPr sz="2520" b="1"/>
            </a:lvl4pPr>
            <a:lvl5pPr marL="2879994" indent="0">
              <a:buNone/>
              <a:defRPr sz="2520" b="1"/>
            </a:lvl5pPr>
            <a:lvl6pPr marL="3599993" indent="0">
              <a:buNone/>
              <a:defRPr sz="2520" b="1"/>
            </a:lvl6pPr>
            <a:lvl7pPr marL="4319991" indent="0">
              <a:buNone/>
              <a:defRPr sz="2520" b="1"/>
            </a:lvl7pPr>
            <a:lvl8pPr marL="5039990" indent="0">
              <a:buNone/>
              <a:defRPr sz="2520" b="1"/>
            </a:lvl8pPr>
            <a:lvl9pPr marL="5759988" indent="0">
              <a:buNone/>
              <a:defRPr sz="252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290109" y="3944914"/>
            <a:ext cx="6121966" cy="580237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05651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42758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801899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1966" y="1554968"/>
            <a:ext cx="7290108" cy="7674832"/>
          </a:xfrm>
        </p:spPr>
        <p:txBody>
          <a:bodyPr/>
          <a:lstStyle>
            <a:lvl1pPr>
              <a:defRPr sz="5039"/>
            </a:lvl1pPr>
            <a:lvl2pPr>
              <a:defRPr sz="4409"/>
            </a:lvl2pPr>
            <a:lvl3pPr>
              <a:defRPr sz="3780"/>
            </a:lvl3pPr>
            <a:lvl4pPr>
              <a:defRPr sz="3150"/>
            </a:lvl4pPr>
            <a:lvl5pPr>
              <a:defRPr sz="3150"/>
            </a:lvl5pPr>
            <a:lvl6pPr>
              <a:defRPr sz="3150"/>
            </a:lvl6pPr>
            <a:lvl7pPr>
              <a:defRPr sz="3150"/>
            </a:lvl7pPr>
            <a:lvl8pPr>
              <a:defRPr sz="3150"/>
            </a:lvl8pPr>
            <a:lvl9pPr>
              <a:defRPr sz="31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758882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1890" y="719984"/>
            <a:ext cx="4644444" cy="2519945"/>
          </a:xfrm>
        </p:spPr>
        <p:txBody>
          <a:bodyPr anchor="b"/>
          <a:lstStyle>
            <a:lvl1pPr>
              <a:defRPr sz="5039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121966" y="1554968"/>
            <a:ext cx="7290108" cy="7674832"/>
          </a:xfrm>
        </p:spPr>
        <p:txBody>
          <a:bodyPr anchor="t"/>
          <a:lstStyle>
            <a:lvl1pPr marL="0" indent="0">
              <a:buNone/>
              <a:defRPr sz="5039"/>
            </a:lvl1pPr>
            <a:lvl2pPr marL="719999" indent="0">
              <a:buNone/>
              <a:defRPr sz="4409"/>
            </a:lvl2pPr>
            <a:lvl3pPr marL="1439997" indent="0">
              <a:buNone/>
              <a:defRPr sz="3780"/>
            </a:lvl3pPr>
            <a:lvl4pPr marL="2159996" indent="0">
              <a:buNone/>
              <a:defRPr sz="3150"/>
            </a:lvl4pPr>
            <a:lvl5pPr marL="2879994" indent="0">
              <a:buNone/>
              <a:defRPr sz="3150"/>
            </a:lvl5pPr>
            <a:lvl6pPr marL="3599993" indent="0">
              <a:buNone/>
              <a:defRPr sz="3150"/>
            </a:lvl6pPr>
            <a:lvl7pPr marL="4319991" indent="0">
              <a:buNone/>
              <a:defRPr sz="3150"/>
            </a:lvl7pPr>
            <a:lvl8pPr marL="5039990" indent="0">
              <a:buNone/>
              <a:defRPr sz="3150"/>
            </a:lvl8pPr>
            <a:lvl9pPr marL="5759988" indent="0">
              <a:buNone/>
              <a:defRPr sz="31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91890" y="3239929"/>
            <a:ext cx="4644444" cy="6002369"/>
          </a:xfrm>
        </p:spPr>
        <p:txBody>
          <a:bodyPr/>
          <a:lstStyle>
            <a:lvl1pPr marL="0" indent="0">
              <a:buNone/>
              <a:defRPr sz="2520"/>
            </a:lvl1pPr>
            <a:lvl2pPr marL="719999" indent="0">
              <a:buNone/>
              <a:defRPr sz="2205"/>
            </a:lvl2pPr>
            <a:lvl3pPr marL="1439997" indent="0">
              <a:buNone/>
              <a:defRPr sz="1890"/>
            </a:lvl3pPr>
            <a:lvl4pPr marL="2159996" indent="0">
              <a:buNone/>
              <a:defRPr sz="1575"/>
            </a:lvl4pPr>
            <a:lvl5pPr marL="2879994" indent="0">
              <a:buNone/>
              <a:defRPr sz="1575"/>
            </a:lvl5pPr>
            <a:lvl6pPr marL="3599993" indent="0">
              <a:buNone/>
              <a:defRPr sz="1575"/>
            </a:lvl6pPr>
            <a:lvl7pPr marL="4319991" indent="0">
              <a:buNone/>
              <a:defRPr sz="1575"/>
            </a:lvl7pPr>
            <a:lvl8pPr marL="5039990" indent="0">
              <a:buNone/>
              <a:defRPr sz="1575"/>
            </a:lvl8pPr>
            <a:lvl9pPr marL="5759988" indent="0">
              <a:buNone/>
              <a:defRPr sz="157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98894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28411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05153" y="574987"/>
            <a:ext cx="3105046" cy="91523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015" y="574987"/>
            <a:ext cx="9135135" cy="91523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6414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90015" y="574990"/>
            <a:ext cx="12420184" cy="20874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0015" y="2874937"/>
            <a:ext cx="12420184" cy="68523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015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043C71-DADB-4A33-AEC5-05BB719E0DA8}" type="datetimeFigureOut">
              <a:rPr lang="zh-CN" altLang="en-US" smtClean="0"/>
              <a:t>2024/12/31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770071" y="10009783"/>
            <a:ext cx="4860072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70150" y="10009783"/>
            <a:ext cx="3240048" cy="5749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9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41DAA3C-EFC8-46FA-A898-43A220D9C04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86661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439997" rtl="0" eaLnBrk="1" latinLnBrk="0" hangingPunct="1">
        <a:lnSpc>
          <a:spcPct val="90000"/>
        </a:lnSpc>
        <a:spcBef>
          <a:spcPct val="0"/>
        </a:spcBef>
        <a:buNone/>
        <a:defRPr sz="692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59999" indent="-359999" algn="l" defTabSz="1439997" rtl="0" eaLnBrk="1" latinLnBrk="0" hangingPunct="1">
        <a:lnSpc>
          <a:spcPct val="90000"/>
        </a:lnSpc>
        <a:spcBef>
          <a:spcPts val="1575"/>
        </a:spcBef>
        <a:buFont typeface="Arial" panose="020B0604020202020204" pitchFamily="34" charset="0"/>
        <a:buChar char="•"/>
        <a:defRPr sz="4409" kern="1200">
          <a:solidFill>
            <a:schemeClr val="tx1"/>
          </a:solidFill>
          <a:latin typeface="+mn-lt"/>
          <a:ea typeface="+mn-ea"/>
          <a:cs typeface="+mn-cs"/>
        </a:defRPr>
      </a:lvl1pPr>
      <a:lvl2pPr marL="107999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780" kern="1200">
          <a:solidFill>
            <a:schemeClr val="tx1"/>
          </a:solidFill>
          <a:latin typeface="+mn-lt"/>
          <a:ea typeface="+mn-ea"/>
          <a:cs typeface="+mn-cs"/>
        </a:defRPr>
      </a:lvl2pPr>
      <a:lvl3pPr marL="1799996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3150" kern="1200">
          <a:solidFill>
            <a:schemeClr val="tx1"/>
          </a:solidFill>
          <a:latin typeface="+mn-lt"/>
          <a:ea typeface="+mn-ea"/>
          <a:cs typeface="+mn-cs"/>
        </a:defRPr>
      </a:lvl3pPr>
      <a:lvl4pPr marL="2519995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3239994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959992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679991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399989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6119988" indent="-359999" algn="l" defTabSz="1439997" rtl="0" eaLnBrk="1" latinLnBrk="0" hangingPunct="1">
        <a:lnSpc>
          <a:spcPct val="90000"/>
        </a:lnSpc>
        <a:spcBef>
          <a:spcPts val="787"/>
        </a:spcBef>
        <a:buFont typeface="Arial" panose="020B0604020202020204" pitchFamily="34" charset="0"/>
        <a:buChar char="•"/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1pPr>
      <a:lvl2pPr marL="719999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2pPr>
      <a:lvl3pPr marL="1439997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3pPr>
      <a:lvl4pPr marL="2159996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4pPr>
      <a:lvl5pPr marL="2879994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5pPr>
      <a:lvl6pPr marL="3599993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6pPr>
      <a:lvl7pPr marL="4319991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7pPr>
      <a:lvl8pPr marL="5039990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8pPr>
      <a:lvl9pPr marL="5759988" algn="l" defTabSz="1439997" rtl="0" eaLnBrk="1" latinLnBrk="0" hangingPunct="1">
        <a:defRPr sz="283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2B09C800-D8FE-BBF4-116E-A3EE861F88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23026" y="1162878"/>
            <a:ext cx="5486411" cy="5486411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28A07B62-EFE9-FE18-2CBE-8C0549013A6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971501" y="1162878"/>
            <a:ext cx="5486411" cy="5486411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B21DF782-365B-EF9D-5E56-8593D1EE698B}"/>
              </a:ext>
            </a:extLst>
          </p:cNvPr>
          <p:cNvSpPr txBox="1"/>
          <p:nvPr/>
        </p:nvSpPr>
        <p:spPr>
          <a:xfrm>
            <a:off x="2270470" y="1202634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(a)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108F3606-3927-73B9-E15A-455A74855CC5}"/>
              </a:ext>
            </a:extLst>
          </p:cNvPr>
          <p:cNvSpPr txBox="1"/>
          <p:nvPr/>
        </p:nvSpPr>
        <p:spPr>
          <a:xfrm>
            <a:off x="7452062" y="1202634"/>
            <a:ext cx="5613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(b)</a:t>
            </a:r>
            <a:endParaRPr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3E5B625-712A-D1CA-F58A-CA9153D005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8512" y="2404847"/>
            <a:ext cx="1274325" cy="453092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53D23BDC-958B-6BB5-3C35-0B3A49A65339}"/>
              </a:ext>
            </a:extLst>
          </p:cNvPr>
          <p:cNvSpPr txBox="1"/>
          <p:nvPr/>
        </p:nvSpPr>
        <p:spPr>
          <a:xfrm>
            <a:off x="10464357" y="2419985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1A357C5-F789-9C15-7866-09A3D7911F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0037" y="2429899"/>
            <a:ext cx="1274325" cy="453092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2E00BE7-A6FA-2BAB-3312-21BF2B439208}"/>
              </a:ext>
            </a:extLst>
          </p:cNvPr>
          <p:cNvSpPr txBox="1"/>
          <p:nvPr/>
        </p:nvSpPr>
        <p:spPr>
          <a:xfrm>
            <a:off x="5315882" y="2445037"/>
            <a:ext cx="114165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latin typeface="Arial" panose="020B0604020202020204" pitchFamily="34" charset="0"/>
                <a:cs typeface="Arial" panose="020B0604020202020204" pitchFamily="34" charset="0"/>
              </a:rPr>
              <a:t>SVM values</a:t>
            </a:r>
            <a:endParaRPr lang="zh-CN" alt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41CD3AB-B08E-1411-98E0-8D09891EE24D}"/>
              </a:ext>
            </a:extLst>
          </p:cNvPr>
          <p:cNvSpPr txBox="1"/>
          <p:nvPr/>
        </p:nvSpPr>
        <p:spPr>
          <a:xfrm>
            <a:off x="5054547" y="8867444"/>
            <a:ext cx="27558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Alpha = 0.5</a:t>
            </a:r>
            <a:endParaRPr lang="zh-CN" altLang="en-US" sz="4400" dirty="0"/>
          </a:p>
        </p:txBody>
      </p:sp>
    </p:spTree>
    <p:extLst>
      <p:ext uri="{BB962C8B-B14F-4D97-AF65-F5344CB8AC3E}">
        <p14:creationId xmlns:p14="http://schemas.microsoft.com/office/powerpoint/2010/main" val="14440056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FD21A5-908D-D597-3290-F2C03EA7A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75437AAE-76ED-66C4-D8B6-A2B591D83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99759" y="901855"/>
            <a:ext cx="8996052" cy="8996052"/>
          </a:xfrm>
          <a:prstGeom prst="rect">
            <a:avLst/>
          </a:prstGeom>
        </p:spPr>
      </p:pic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532DAFD0-1150-B92E-668C-592030B780F5}"/>
              </a:ext>
            </a:extLst>
          </p:cNvPr>
          <p:cNvCxnSpPr>
            <a:cxnSpLocks/>
          </p:cNvCxnSpPr>
          <p:nvPr/>
        </p:nvCxnSpPr>
        <p:spPr>
          <a:xfrm>
            <a:off x="4117387" y="8067170"/>
            <a:ext cx="6957391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59EC7B9F-B8C4-49AD-374F-83C31CC651D8}"/>
              </a:ext>
            </a:extLst>
          </p:cNvPr>
          <p:cNvCxnSpPr>
            <a:cxnSpLocks/>
          </p:cNvCxnSpPr>
          <p:nvPr/>
        </p:nvCxnSpPr>
        <p:spPr>
          <a:xfrm flipV="1">
            <a:off x="4432852" y="2014648"/>
            <a:ext cx="0" cy="6917635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文本框 4">
            <a:extLst>
              <a:ext uri="{FF2B5EF4-FFF2-40B4-BE49-F238E27FC236}">
                <a16:creationId xmlns:a16="http://schemas.microsoft.com/office/drawing/2014/main" id="{5EF5300F-41E8-D561-0B50-2B0E1CA05A86}"/>
              </a:ext>
            </a:extLst>
          </p:cNvPr>
          <p:cNvSpPr txBox="1"/>
          <p:nvPr/>
        </p:nvSpPr>
        <p:spPr>
          <a:xfrm>
            <a:off x="1209056" y="738052"/>
            <a:ext cx="2755883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4400" dirty="0"/>
              <a:t>Alpha = 0.5</a:t>
            </a:r>
            <a:endParaRPr lang="zh-CN" altLang="en-US" sz="4400" dirty="0"/>
          </a:p>
        </p:txBody>
      </p:sp>
      <p:cxnSp>
        <p:nvCxnSpPr>
          <p:cNvPr id="2" name="直接连接符 1">
            <a:extLst>
              <a:ext uri="{FF2B5EF4-FFF2-40B4-BE49-F238E27FC236}">
                <a16:creationId xmlns:a16="http://schemas.microsoft.com/office/drawing/2014/main" id="{94935859-3044-7619-0AE0-0BB8C21C2787}"/>
              </a:ext>
            </a:extLst>
          </p:cNvPr>
          <p:cNvCxnSpPr>
            <a:cxnSpLocks/>
          </p:cNvCxnSpPr>
          <p:nvPr/>
        </p:nvCxnSpPr>
        <p:spPr>
          <a:xfrm>
            <a:off x="6474368" y="4937751"/>
            <a:ext cx="1855440" cy="0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494261C-862E-A98A-8B78-48BFC69F6C36}"/>
              </a:ext>
            </a:extLst>
          </p:cNvPr>
          <p:cNvCxnSpPr>
            <a:cxnSpLocks/>
          </p:cNvCxnSpPr>
          <p:nvPr/>
        </p:nvCxnSpPr>
        <p:spPr>
          <a:xfrm flipV="1">
            <a:off x="8354860" y="4937751"/>
            <a:ext cx="0" cy="1575783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401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315</TotalTime>
  <Words>16</Words>
  <Application>Microsoft Office PowerPoint</Application>
  <PresentationFormat>自定义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Bin Cao</dc:creator>
  <cp:lastModifiedBy>Bin Cao</cp:lastModifiedBy>
  <cp:revision>9</cp:revision>
  <dcterms:created xsi:type="dcterms:W3CDTF">2024-12-16T07:50:07Z</dcterms:created>
  <dcterms:modified xsi:type="dcterms:W3CDTF">2024-12-31T01:44:19Z</dcterms:modified>
</cp:coreProperties>
</file>