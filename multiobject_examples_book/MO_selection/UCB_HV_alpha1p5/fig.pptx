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3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9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2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5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7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9C800-D8FE-BBF4-116E-A3EE861F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3026" y="1162878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A07B62-EFE9-FE18-2CBE-8C054901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971501" y="1162878"/>
            <a:ext cx="5486411" cy="54864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1DF782-365B-EF9D-5E56-8593D1EE698B}"/>
              </a:ext>
            </a:extLst>
          </p:cNvPr>
          <p:cNvSpPr txBox="1"/>
          <p:nvPr/>
        </p:nvSpPr>
        <p:spPr>
          <a:xfrm>
            <a:off x="2270470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F3606-3927-73B9-E15A-455A74855CC5}"/>
              </a:ext>
            </a:extLst>
          </p:cNvPr>
          <p:cNvSpPr txBox="1"/>
          <p:nvPr/>
        </p:nvSpPr>
        <p:spPr>
          <a:xfrm>
            <a:off x="7452062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E5B625-712A-D1CA-F58A-CA9153D00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512" y="2404847"/>
            <a:ext cx="1274325" cy="45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D23BDC-958B-6BB5-3C35-0B3A49A65339}"/>
              </a:ext>
            </a:extLst>
          </p:cNvPr>
          <p:cNvSpPr txBox="1"/>
          <p:nvPr/>
        </p:nvSpPr>
        <p:spPr>
          <a:xfrm>
            <a:off x="10464357" y="241998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A357C5-F789-9C15-7866-09A3D7911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37" y="2429899"/>
            <a:ext cx="1274325" cy="4530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E00BE7-A6FA-2BAB-3312-21BF2B439208}"/>
              </a:ext>
            </a:extLst>
          </p:cNvPr>
          <p:cNvSpPr txBox="1"/>
          <p:nvPr/>
        </p:nvSpPr>
        <p:spPr>
          <a:xfrm>
            <a:off x="5315882" y="244503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1CD3AB-B08E-1411-98E0-8D09891EE24D}"/>
              </a:ext>
            </a:extLst>
          </p:cNvPr>
          <p:cNvSpPr txBox="1"/>
          <p:nvPr/>
        </p:nvSpPr>
        <p:spPr>
          <a:xfrm>
            <a:off x="5054547" y="8867444"/>
            <a:ext cx="2755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1.5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21A5-908D-D597-3290-F2C03EA7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9350B8-198B-D5EE-7E18-CACCD1F4E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227" y="600265"/>
            <a:ext cx="8975124" cy="8975124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32DAFD0-1150-B92E-668C-592030B780F5}"/>
              </a:ext>
            </a:extLst>
          </p:cNvPr>
          <p:cNvCxnSpPr>
            <a:cxnSpLocks/>
          </p:cNvCxnSpPr>
          <p:nvPr/>
        </p:nvCxnSpPr>
        <p:spPr>
          <a:xfrm>
            <a:off x="4342856" y="7741493"/>
            <a:ext cx="695739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9EC7B9F-B8C4-49AD-374F-83C31CC651D8}"/>
              </a:ext>
            </a:extLst>
          </p:cNvPr>
          <p:cNvCxnSpPr>
            <a:cxnSpLocks/>
          </p:cNvCxnSpPr>
          <p:nvPr/>
        </p:nvCxnSpPr>
        <p:spPr>
          <a:xfrm flipV="1">
            <a:off x="4670846" y="1663919"/>
            <a:ext cx="0" cy="691763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EF5300F-41E8-D561-0B50-2B0E1CA05A86}"/>
              </a:ext>
            </a:extLst>
          </p:cNvPr>
          <p:cNvSpPr txBox="1"/>
          <p:nvPr/>
        </p:nvSpPr>
        <p:spPr>
          <a:xfrm>
            <a:off x="1209056" y="738052"/>
            <a:ext cx="2755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1.5</a:t>
            </a:r>
            <a:endParaRPr lang="zh-CN" altLang="en-US" sz="44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58036D2-7032-851F-CF1B-5C2F85BEE996}"/>
              </a:ext>
            </a:extLst>
          </p:cNvPr>
          <p:cNvCxnSpPr>
            <a:cxnSpLocks/>
          </p:cNvCxnSpPr>
          <p:nvPr/>
        </p:nvCxnSpPr>
        <p:spPr>
          <a:xfrm>
            <a:off x="6612155" y="3647570"/>
            <a:ext cx="24065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F55EB7B-AB89-EEFD-26E7-21A9EF4F6552}"/>
              </a:ext>
            </a:extLst>
          </p:cNvPr>
          <p:cNvCxnSpPr>
            <a:cxnSpLocks/>
          </p:cNvCxnSpPr>
          <p:nvPr/>
        </p:nvCxnSpPr>
        <p:spPr>
          <a:xfrm flipV="1">
            <a:off x="9018740" y="3647570"/>
            <a:ext cx="0" cy="304730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317</TotalTime>
  <Words>16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8</cp:revision>
  <dcterms:created xsi:type="dcterms:W3CDTF">2024-12-16T07:50:07Z</dcterms:created>
  <dcterms:modified xsi:type="dcterms:W3CDTF">2024-12-31T01:42:46Z</dcterms:modified>
</cp:coreProperties>
</file>