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</p:sldIdLst>
  <p:sldSz cx="144002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3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1767462"/>
            <a:ext cx="12240181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5672376"/>
            <a:ext cx="10800160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10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498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2692444"/>
            <a:ext cx="12420184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7227345"/>
            <a:ext cx="12420184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82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874937"/>
            <a:ext cx="6120091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874937"/>
            <a:ext cx="6120091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139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574990"/>
            <a:ext cx="12420184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2647443"/>
            <a:ext cx="6091964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3944914"/>
            <a:ext cx="6091964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2647443"/>
            <a:ext cx="6121966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3944914"/>
            <a:ext cx="6121966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651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275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189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554968"/>
            <a:ext cx="7290108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888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554968"/>
            <a:ext cx="7290108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8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84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574987"/>
            <a:ext cx="3105046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574987"/>
            <a:ext cx="9135135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41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574990"/>
            <a:ext cx="12420184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874937"/>
            <a:ext cx="12420184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0009783"/>
            <a:ext cx="486007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66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B09C800-D8FE-BBF4-116E-A3EE861F8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3026" y="1162878"/>
            <a:ext cx="5486411" cy="548641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8A07B62-EFE9-FE18-2CBE-8C0549013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1501" y="1162878"/>
            <a:ext cx="5486411" cy="548641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21DF782-365B-EF9D-5E56-8593D1EE698B}"/>
              </a:ext>
            </a:extLst>
          </p:cNvPr>
          <p:cNvSpPr txBox="1"/>
          <p:nvPr/>
        </p:nvSpPr>
        <p:spPr>
          <a:xfrm>
            <a:off x="2270470" y="1202634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8F3606-3927-73B9-E15A-455A74855CC5}"/>
              </a:ext>
            </a:extLst>
          </p:cNvPr>
          <p:cNvSpPr txBox="1"/>
          <p:nvPr/>
        </p:nvSpPr>
        <p:spPr>
          <a:xfrm>
            <a:off x="7477114" y="1202634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3E5B625-712A-D1CA-F58A-CA9153D00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8512" y="2429899"/>
            <a:ext cx="1274325" cy="45309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3D23BDC-958B-6BB5-3C35-0B3A49A65339}"/>
              </a:ext>
            </a:extLst>
          </p:cNvPr>
          <p:cNvSpPr txBox="1"/>
          <p:nvPr/>
        </p:nvSpPr>
        <p:spPr>
          <a:xfrm>
            <a:off x="10464357" y="2445037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SVM values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1A357C5-F789-9C15-7866-09A3D7911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37" y="2429899"/>
            <a:ext cx="1274325" cy="45309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2E00BE7-A6FA-2BAB-3312-21BF2B439208}"/>
              </a:ext>
            </a:extLst>
          </p:cNvPr>
          <p:cNvSpPr txBox="1"/>
          <p:nvPr/>
        </p:nvSpPr>
        <p:spPr>
          <a:xfrm>
            <a:off x="5315882" y="2445037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SVM values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69DA5EA-C01C-D20F-8EC0-13DD9CE862E3}"/>
              </a:ext>
            </a:extLst>
          </p:cNvPr>
          <p:cNvSpPr txBox="1"/>
          <p:nvPr/>
        </p:nvSpPr>
        <p:spPr>
          <a:xfrm>
            <a:off x="1209056" y="738052"/>
            <a:ext cx="23278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/>
              <a:t>Alpha = 1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444005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21A5-908D-D597-3290-F2C03EA7A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56036FF9-F5B9-F993-020B-1E9FE72C7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6690" y="989241"/>
            <a:ext cx="9008086" cy="9008086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32DAFD0-1150-B92E-668C-592030B780F5}"/>
              </a:ext>
            </a:extLst>
          </p:cNvPr>
          <p:cNvCxnSpPr>
            <a:cxnSpLocks/>
          </p:cNvCxnSpPr>
          <p:nvPr/>
        </p:nvCxnSpPr>
        <p:spPr>
          <a:xfrm>
            <a:off x="4104861" y="8179904"/>
            <a:ext cx="695739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9EC7B9F-B8C4-49AD-374F-83C31CC651D8}"/>
              </a:ext>
            </a:extLst>
          </p:cNvPr>
          <p:cNvCxnSpPr>
            <a:cxnSpLocks/>
          </p:cNvCxnSpPr>
          <p:nvPr/>
        </p:nvCxnSpPr>
        <p:spPr>
          <a:xfrm flipV="1">
            <a:off x="4432852" y="2077278"/>
            <a:ext cx="0" cy="6917635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69BB0433-E1BF-31B0-C22A-6A82B2750395}"/>
              </a:ext>
            </a:extLst>
          </p:cNvPr>
          <p:cNvCxnSpPr>
            <a:cxnSpLocks/>
          </p:cNvCxnSpPr>
          <p:nvPr/>
        </p:nvCxnSpPr>
        <p:spPr>
          <a:xfrm flipV="1">
            <a:off x="8693789" y="5273458"/>
            <a:ext cx="0" cy="1882216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8E9EF2A-97FB-DAC8-0531-9D7724977B1A}"/>
              </a:ext>
            </a:extLst>
          </p:cNvPr>
          <p:cNvCxnSpPr>
            <a:cxnSpLocks/>
          </p:cNvCxnSpPr>
          <p:nvPr/>
        </p:nvCxnSpPr>
        <p:spPr>
          <a:xfrm flipH="1">
            <a:off x="7064679" y="5273458"/>
            <a:ext cx="162911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5A015D6-F165-8E66-2999-2EBF8F5516C5}"/>
              </a:ext>
            </a:extLst>
          </p:cNvPr>
          <p:cNvSpPr txBox="1"/>
          <p:nvPr/>
        </p:nvSpPr>
        <p:spPr>
          <a:xfrm>
            <a:off x="1209056" y="738052"/>
            <a:ext cx="23278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/>
              <a:t>Alpha = 1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95040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313</TotalTime>
  <Words>16</Words>
  <Application>Microsoft Office PowerPoint</Application>
  <PresentationFormat>自定义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 Cao</dc:creator>
  <cp:lastModifiedBy>Bin Cao</cp:lastModifiedBy>
  <cp:revision>8</cp:revision>
  <dcterms:created xsi:type="dcterms:W3CDTF">2024-12-16T07:50:07Z</dcterms:created>
  <dcterms:modified xsi:type="dcterms:W3CDTF">2024-12-31T01:45:42Z</dcterms:modified>
</cp:coreProperties>
</file>