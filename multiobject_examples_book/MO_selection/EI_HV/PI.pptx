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</p:sldIdLst>
  <p:sldSz cx="16200438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402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5033" y="1767462"/>
            <a:ext cx="13770372" cy="375991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5672376"/>
            <a:ext cx="12150329" cy="2607442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6544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8607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3" y="2692444"/>
            <a:ext cx="13972878" cy="4492401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3" y="7227345"/>
            <a:ext cx="13972878" cy="2362447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/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5623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2874937"/>
            <a:ext cx="6885186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2874937"/>
            <a:ext cx="6885186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846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574990"/>
            <a:ext cx="13972878" cy="2087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2" y="2647443"/>
            <a:ext cx="6853544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2" y="3944914"/>
            <a:ext cx="6853544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3" y="2647443"/>
            <a:ext cx="6887296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3" y="3944914"/>
            <a:ext cx="6887296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0981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0074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459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719984"/>
            <a:ext cx="5225063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1554968"/>
            <a:ext cx="8201472" cy="767483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0" y="3239929"/>
            <a:ext cx="5225063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424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719984"/>
            <a:ext cx="5225063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1554968"/>
            <a:ext cx="8201472" cy="767483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0" y="3239929"/>
            <a:ext cx="5225063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0107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0571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40" y="574987"/>
            <a:ext cx="3493219" cy="91523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1" y="574987"/>
            <a:ext cx="10277153" cy="91523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11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574990"/>
            <a:ext cx="13972878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2874937"/>
            <a:ext cx="13972878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10009783"/>
            <a:ext cx="364509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043C71-DADB-4A33-AEC5-05BB719E0DA8}" type="datetimeFigureOut">
              <a:rPr lang="zh-CN" altLang="en-US" smtClean="0"/>
              <a:t>2024/12/31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10009783"/>
            <a:ext cx="546764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10009783"/>
            <a:ext cx="364509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1DAA3C-EFC8-46FA-A898-43A220D9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636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439997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F234B14-510F-82BA-75EA-38539C033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4193" y="899778"/>
            <a:ext cx="5486411" cy="548641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F100678-EE34-EB48-75E5-4A6C8D6D0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77491" y="899777"/>
            <a:ext cx="5486411" cy="548641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4FD366-BDBF-5E38-9D6A-B08E1C6E77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320789" y="899776"/>
            <a:ext cx="5486411" cy="548641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876D47C0-2757-7FC8-4CB3-4657935313B4}"/>
              </a:ext>
            </a:extLst>
          </p:cNvPr>
          <p:cNvSpPr txBox="1"/>
          <p:nvPr/>
        </p:nvSpPr>
        <p:spPr>
          <a:xfrm>
            <a:off x="840450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F54D4B7-1215-3660-CE58-FE516A3499A1}"/>
              </a:ext>
            </a:extLst>
          </p:cNvPr>
          <p:cNvSpPr txBox="1"/>
          <p:nvPr/>
        </p:nvSpPr>
        <p:spPr>
          <a:xfrm>
            <a:off x="5883748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C1EBEA9-CEDF-DAF9-C179-C26D26FABE48}"/>
              </a:ext>
            </a:extLst>
          </p:cNvPr>
          <p:cNvSpPr txBox="1"/>
          <p:nvPr/>
        </p:nvSpPr>
        <p:spPr>
          <a:xfrm>
            <a:off x="10955606" y="998379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4B8A27D-7BE0-A0C8-F34B-B00D971C0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1350" y="2141665"/>
            <a:ext cx="1274325" cy="453092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60E09F74-F010-C246-8E81-6E6FCE7A5C72}"/>
              </a:ext>
            </a:extLst>
          </p:cNvPr>
          <p:cNvSpPr txBox="1"/>
          <p:nvPr/>
        </p:nvSpPr>
        <p:spPr>
          <a:xfrm>
            <a:off x="3707195" y="2156803"/>
            <a:ext cx="11416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SVM values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C89056C-3AAE-096A-2B91-BF9769AAC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4648" y="2141665"/>
            <a:ext cx="1274325" cy="45309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A717887-7020-4350-45CC-9654F88D4316}"/>
              </a:ext>
            </a:extLst>
          </p:cNvPr>
          <p:cNvSpPr txBox="1"/>
          <p:nvPr/>
        </p:nvSpPr>
        <p:spPr>
          <a:xfrm>
            <a:off x="8750493" y="2156803"/>
            <a:ext cx="11416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SVM values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971F76E4-111E-5D41-DE9D-214218B3C9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42101" y="2141665"/>
            <a:ext cx="1274325" cy="453092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988FF4BA-A51D-1F58-135B-971053267284}"/>
              </a:ext>
            </a:extLst>
          </p:cNvPr>
          <p:cNvSpPr txBox="1"/>
          <p:nvPr/>
        </p:nvSpPr>
        <p:spPr>
          <a:xfrm>
            <a:off x="13817946" y="2156803"/>
            <a:ext cx="11416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SVM values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0056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4DF28-1F3F-96DB-AE38-474159864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>
            <a:extLst>
              <a:ext uri="{FF2B5EF4-FFF2-40B4-BE49-F238E27FC236}">
                <a16:creationId xmlns:a16="http://schemas.microsoft.com/office/drawing/2014/main" id="{09677BE2-00F1-C58B-9E29-900365BFA0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2411" y="656747"/>
            <a:ext cx="8656218" cy="865621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02CAFC0-0056-DE86-7B3F-E149657A08BA}"/>
              </a:ext>
            </a:extLst>
          </p:cNvPr>
          <p:cNvCxnSpPr>
            <a:cxnSpLocks/>
          </p:cNvCxnSpPr>
          <p:nvPr/>
        </p:nvCxnSpPr>
        <p:spPr>
          <a:xfrm flipH="1">
            <a:off x="4555434" y="8063947"/>
            <a:ext cx="6619461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D68020B-63F4-CA01-1863-7E023D5FD9D2}"/>
              </a:ext>
            </a:extLst>
          </p:cNvPr>
          <p:cNvCxnSpPr/>
          <p:nvPr/>
        </p:nvCxnSpPr>
        <p:spPr>
          <a:xfrm>
            <a:off x="4992757" y="1782037"/>
            <a:ext cx="0" cy="653994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ABF664F3-3183-C175-B511-7B44D9BB4B14}"/>
              </a:ext>
            </a:extLst>
          </p:cNvPr>
          <p:cNvCxnSpPr>
            <a:cxnSpLocks/>
          </p:cNvCxnSpPr>
          <p:nvPr/>
        </p:nvCxnSpPr>
        <p:spPr>
          <a:xfrm flipH="1">
            <a:off x="8679656" y="4255339"/>
            <a:ext cx="35639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ED79419-1B22-E7EB-30BD-0037F04059DF}"/>
              </a:ext>
            </a:extLst>
          </p:cNvPr>
          <p:cNvCxnSpPr>
            <a:cxnSpLocks/>
          </p:cNvCxnSpPr>
          <p:nvPr/>
        </p:nvCxnSpPr>
        <p:spPr>
          <a:xfrm flipV="1">
            <a:off x="9036050" y="4255339"/>
            <a:ext cx="0" cy="83577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670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316</TotalTime>
  <Words>15</Words>
  <Application>Microsoft Office PowerPoint</Application>
  <PresentationFormat>自定义</PresentationFormat>
  <Paragraphs>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Bin Cao</dc:creator>
  <cp:lastModifiedBy>Bin Cao</cp:lastModifiedBy>
  <cp:revision>7</cp:revision>
  <dcterms:created xsi:type="dcterms:W3CDTF">2024-12-16T07:50:07Z</dcterms:created>
  <dcterms:modified xsi:type="dcterms:W3CDTF">2024-12-31T02:26:13Z</dcterms:modified>
</cp:coreProperties>
</file>