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</p:sldIdLst>
  <p:sldSz cx="16200438" cy="10799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2850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15033" y="1767462"/>
            <a:ext cx="13770372" cy="3759917"/>
          </a:xfrm>
        </p:spPr>
        <p:txBody>
          <a:bodyPr anchor="b"/>
          <a:lstStyle>
            <a:lvl1pPr algn="ctr">
              <a:defRPr sz="944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25055" y="5672376"/>
            <a:ext cx="12150329" cy="2607442"/>
          </a:xfrm>
        </p:spPr>
        <p:txBody>
          <a:bodyPr/>
          <a:lstStyle>
            <a:lvl1pPr marL="0" indent="0" algn="ctr">
              <a:buNone/>
              <a:defRPr sz="3780"/>
            </a:lvl1pPr>
            <a:lvl2pPr marL="719999" indent="0" algn="ctr">
              <a:buNone/>
              <a:defRPr sz="3150"/>
            </a:lvl2pPr>
            <a:lvl3pPr marL="1439997" indent="0" algn="ctr">
              <a:buNone/>
              <a:defRPr sz="2835"/>
            </a:lvl3pPr>
            <a:lvl4pPr marL="2159996" indent="0" algn="ctr">
              <a:buNone/>
              <a:defRPr sz="2520"/>
            </a:lvl4pPr>
            <a:lvl5pPr marL="2879994" indent="0" algn="ctr">
              <a:buNone/>
              <a:defRPr sz="2520"/>
            </a:lvl5pPr>
            <a:lvl6pPr marL="3599993" indent="0" algn="ctr">
              <a:buNone/>
              <a:defRPr sz="2520"/>
            </a:lvl6pPr>
            <a:lvl7pPr marL="4319991" indent="0" algn="ctr">
              <a:buNone/>
              <a:defRPr sz="2520"/>
            </a:lvl7pPr>
            <a:lvl8pPr marL="5039990" indent="0" algn="ctr">
              <a:buNone/>
              <a:defRPr sz="2520"/>
            </a:lvl8pPr>
            <a:lvl9pPr marL="5759988" indent="0" algn="ctr">
              <a:buNone/>
              <a:defRPr sz="252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65447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86074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5343" y="2692444"/>
            <a:ext cx="13972878" cy="4492401"/>
          </a:xfrm>
        </p:spPr>
        <p:txBody>
          <a:bodyPr anchor="b"/>
          <a:lstStyle>
            <a:lvl1pPr>
              <a:defRPr sz="944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5343" y="7227345"/>
            <a:ext cx="13972878" cy="2362447"/>
          </a:xfrm>
        </p:spPr>
        <p:txBody>
          <a:bodyPr/>
          <a:lstStyle>
            <a:lvl1pPr marL="0" indent="0">
              <a:buNone/>
              <a:defRPr sz="3780">
                <a:solidFill>
                  <a:schemeClr val="tx1"/>
                </a:solidFill>
              </a:defRPr>
            </a:lvl1pPr>
            <a:lvl2pPr marL="719999" indent="0">
              <a:buNone/>
              <a:defRPr sz="3150">
                <a:solidFill>
                  <a:schemeClr val="tx1">
                    <a:tint val="75000"/>
                  </a:schemeClr>
                </a:solidFill>
              </a:defRPr>
            </a:lvl2pPr>
            <a:lvl3pPr marL="1439997" indent="0">
              <a:buNone/>
              <a:defRPr sz="2835">
                <a:solidFill>
                  <a:schemeClr val="tx1">
                    <a:tint val="75000"/>
                  </a:schemeClr>
                </a:solidFill>
              </a:defRPr>
            </a:lvl3pPr>
            <a:lvl4pPr marL="2159996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4pPr>
            <a:lvl5pPr marL="2879994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5pPr>
            <a:lvl6pPr marL="3599993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6pPr>
            <a:lvl7pPr marL="4319991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7pPr>
            <a:lvl8pPr marL="5039990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8pPr>
            <a:lvl9pPr marL="5759988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56237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13780" y="2874937"/>
            <a:ext cx="6885186" cy="685235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01472" y="2874937"/>
            <a:ext cx="6885186" cy="685235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2024/12/16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78462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5890" y="574990"/>
            <a:ext cx="13972878" cy="208745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5892" y="2647443"/>
            <a:ext cx="6853544" cy="1297471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19999" indent="0">
              <a:buNone/>
              <a:defRPr sz="3150" b="1"/>
            </a:lvl2pPr>
            <a:lvl3pPr marL="1439997" indent="0">
              <a:buNone/>
              <a:defRPr sz="2835" b="1"/>
            </a:lvl3pPr>
            <a:lvl4pPr marL="2159996" indent="0">
              <a:buNone/>
              <a:defRPr sz="2520" b="1"/>
            </a:lvl4pPr>
            <a:lvl5pPr marL="2879994" indent="0">
              <a:buNone/>
              <a:defRPr sz="2520" b="1"/>
            </a:lvl5pPr>
            <a:lvl6pPr marL="3599993" indent="0">
              <a:buNone/>
              <a:defRPr sz="2520" b="1"/>
            </a:lvl6pPr>
            <a:lvl7pPr marL="4319991" indent="0">
              <a:buNone/>
              <a:defRPr sz="2520" b="1"/>
            </a:lvl7pPr>
            <a:lvl8pPr marL="5039990" indent="0">
              <a:buNone/>
              <a:defRPr sz="2520" b="1"/>
            </a:lvl8pPr>
            <a:lvl9pPr marL="5759988" indent="0">
              <a:buNone/>
              <a:defRPr sz="252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15892" y="3944914"/>
            <a:ext cx="6853544" cy="580237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201473" y="2647443"/>
            <a:ext cx="6887296" cy="1297471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19999" indent="0">
              <a:buNone/>
              <a:defRPr sz="3150" b="1"/>
            </a:lvl2pPr>
            <a:lvl3pPr marL="1439997" indent="0">
              <a:buNone/>
              <a:defRPr sz="2835" b="1"/>
            </a:lvl3pPr>
            <a:lvl4pPr marL="2159996" indent="0">
              <a:buNone/>
              <a:defRPr sz="2520" b="1"/>
            </a:lvl4pPr>
            <a:lvl5pPr marL="2879994" indent="0">
              <a:buNone/>
              <a:defRPr sz="2520" b="1"/>
            </a:lvl5pPr>
            <a:lvl6pPr marL="3599993" indent="0">
              <a:buNone/>
              <a:defRPr sz="2520" b="1"/>
            </a:lvl6pPr>
            <a:lvl7pPr marL="4319991" indent="0">
              <a:buNone/>
              <a:defRPr sz="2520" b="1"/>
            </a:lvl7pPr>
            <a:lvl8pPr marL="5039990" indent="0">
              <a:buNone/>
              <a:defRPr sz="2520" b="1"/>
            </a:lvl8pPr>
            <a:lvl9pPr marL="5759988" indent="0">
              <a:buNone/>
              <a:defRPr sz="252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201473" y="3944914"/>
            <a:ext cx="6887296" cy="580237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2024/12/16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809818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2024/12/16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00740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2024/12/16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45919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5890" y="719984"/>
            <a:ext cx="5225063" cy="2519945"/>
          </a:xfrm>
        </p:spPr>
        <p:txBody>
          <a:bodyPr anchor="b"/>
          <a:lstStyle>
            <a:lvl1pPr>
              <a:defRPr sz="503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87296" y="1554968"/>
            <a:ext cx="8201472" cy="7674832"/>
          </a:xfrm>
        </p:spPr>
        <p:txBody>
          <a:bodyPr/>
          <a:lstStyle>
            <a:lvl1pPr>
              <a:defRPr sz="5039"/>
            </a:lvl1pPr>
            <a:lvl2pPr>
              <a:defRPr sz="4409"/>
            </a:lvl2pPr>
            <a:lvl3pPr>
              <a:defRPr sz="3780"/>
            </a:lvl3pPr>
            <a:lvl4pPr>
              <a:defRPr sz="3150"/>
            </a:lvl4pPr>
            <a:lvl5pPr>
              <a:defRPr sz="3150"/>
            </a:lvl5pPr>
            <a:lvl6pPr>
              <a:defRPr sz="3150"/>
            </a:lvl6pPr>
            <a:lvl7pPr>
              <a:defRPr sz="3150"/>
            </a:lvl7pPr>
            <a:lvl8pPr>
              <a:defRPr sz="3150"/>
            </a:lvl8pPr>
            <a:lvl9pPr>
              <a:defRPr sz="315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890" y="3239929"/>
            <a:ext cx="5225063" cy="6002369"/>
          </a:xfrm>
        </p:spPr>
        <p:txBody>
          <a:bodyPr/>
          <a:lstStyle>
            <a:lvl1pPr marL="0" indent="0">
              <a:buNone/>
              <a:defRPr sz="2520"/>
            </a:lvl1pPr>
            <a:lvl2pPr marL="719999" indent="0">
              <a:buNone/>
              <a:defRPr sz="2205"/>
            </a:lvl2pPr>
            <a:lvl3pPr marL="1439997" indent="0">
              <a:buNone/>
              <a:defRPr sz="1890"/>
            </a:lvl3pPr>
            <a:lvl4pPr marL="2159996" indent="0">
              <a:buNone/>
              <a:defRPr sz="1575"/>
            </a:lvl4pPr>
            <a:lvl5pPr marL="2879994" indent="0">
              <a:buNone/>
              <a:defRPr sz="1575"/>
            </a:lvl5pPr>
            <a:lvl6pPr marL="3599993" indent="0">
              <a:buNone/>
              <a:defRPr sz="1575"/>
            </a:lvl6pPr>
            <a:lvl7pPr marL="4319991" indent="0">
              <a:buNone/>
              <a:defRPr sz="1575"/>
            </a:lvl7pPr>
            <a:lvl8pPr marL="5039990" indent="0">
              <a:buNone/>
              <a:defRPr sz="1575"/>
            </a:lvl8pPr>
            <a:lvl9pPr marL="5759988" indent="0">
              <a:buNone/>
              <a:defRPr sz="1575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2024/12/16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714248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5890" y="719984"/>
            <a:ext cx="5225063" cy="2519945"/>
          </a:xfrm>
        </p:spPr>
        <p:txBody>
          <a:bodyPr anchor="b"/>
          <a:lstStyle>
            <a:lvl1pPr>
              <a:defRPr sz="503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87296" y="1554968"/>
            <a:ext cx="8201472" cy="7674832"/>
          </a:xfrm>
        </p:spPr>
        <p:txBody>
          <a:bodyPr anchor="t"/>
          <a:lstStyle>
            <a:lvl1pPr marL="0" indent="0">
              <a:buNone/>
              <a:defRPr sz="5039"/>
            </a:lvl1pPr>
            <a:lvl2pPr marL="719999" indent="0">
              <a:buNone/>
              <a:defRPr sz="4409"/>
            </a:lvl2pPr>
            <a:lvl3pPr marL="1439997" indent="0">
              <a:buNone/>
              <a:defRPr sz="3780"/>
            </a:lvl3pPr>
            <a:lvl4pPr marL="2159996" indent="0">
              <a:buNone/>
              <a:defRPr sz="3150"/>
            </a:lvl4pPr>
            <a:lvl5pPr marL="2879994" indent="0">
              <a:buNone/>
              <a:defRPr sz="3150"/>
            </a:lvl5pPr>
            <a:lvl6pPr marL="3599993" indent="0">
              <a:buNone/>
              <a:defRPr sz="3150"/>
            </a:lvl6pPr>
            <a:lvl7pPr marL="4319991" indent="0">
              <a:buNone/>
              <a:defRPr sz="3150"/>
            </a:lvl7pPr>
            <a:lvl8pPr marL="5039990" indent="0">
              <a:buNone/>
              <a:defRPr sz="3150"/>
            </a:lvl8pPr>
            <a:lvl9pPr marL="5759988" indent="0">
              <a:buNone/>
              <a:defRPr sz="315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890" y="3239929"/>
            <a:ext cx="5225063" cy="6002369"/>
          </a:xfrm>
        </p:spPr>
        <p:txBody>
          <a:bodyPr/>
          <a:lstStyle>
            <a:lvl1pPr marL="0" indent="0">
              <a:buNone/>
              <a:defRPr sz="2520"/>
            </a:lvl1pPr>
            <a:lvl2pPr marL="719999" indent="0">
              <a:buNone/>
              <a:defRPr sz="2205"/>
            </a:lvl2pPr>
            <a:lvl3pPr marL="1439997" indent="0">
              <a:buNone/>
              <a:defRPr sz="1890"/>
            </a:lvl3pPr>
            <a:lvl4pPr marL="2159996" indent="0">
              <a:buNone/>
              <a:defRPr sz="1575"/>
            </a:lvl4pPr>
            <a:lvl5pPr marL="2879994" indent="0">
              <a:buNone/>
              <a:defRPr sz="1575"/>
            </a:lvl5pPr>
            <a:lvl6pPr marL="3599993" indent="0">
              <a:buNone/>
              <a:defRPr sz="1575"/>
            </a:lvl6pPr>
            <a:lvl7pPr marL="4319991" indent="0">
              <a:buNone/>
              <a:defRPr sz="1575"/>
            </a:lvl7pPr>
            <a:lvl8pPr marL="5039990" indent="0">
              <a:buNone/>
              <a:defRPr sz="1575"/>
            </a:lvl8pPr>
            <a:lvl9pPr marL="5759988" indent="0">
              <a:buNone/>
              <a:defRPr sz="1575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2024/12/16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60107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205710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593440" y="574987"/>
            <a:ext cx="3493219" cy="915230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13781" y="574987"/>
            <a:ext cx="10277153" cy="915230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41157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13780" y="574990"/>
            <a:ext cx="13972878" cy="2087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780" y="2874937"/>
            <a:ext cx="13972878" cy="6852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13780" y="10009783"/>
            <a:ext cx="3645099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043C71-DADB-4A33-AEC5-05BB719E0DA8}" type="datetimeFigureOut">
              <a:rPr lang="zh-CN" altLang="en-US" smtClean="0"/>
              <a:t>2024/12/16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66395" y="10009783"/>
            <a:ext cx="5467648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41559" y="10009783"/>
            <a:ext cx="3645099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16360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1439997" rtl="0" eaLnBrk="1" latinLnBrk="0" hangingPunct="1">
        <a:lnSpc>
          <a:spcPct val="90000"/>
        </a:lnSpc>
        <a:spcBef>
          <a:spcPct val="0"/>
        </a:spcBef>
        <a:buNone/>
        <a:defRPr sz="692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59999" indent="-359999" algn="l" defTabSz="1439997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4409" kern="1200">
          <a:solidFill>
            <a:schemeClr val="tx1"/>
          </a:solidFill>
          <a:latin typeface="+mn-lt"/>
          <a:ea typeface="+mn-ea"/>
          <a:cs typeface="+mn-cs"/>
        </a:defRPr>
      </a:lvl1pPr>
      <a:lvl2pPr marL="1079998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2pPr>
      <a:lvl3pPr marL="1799996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3150" kern="1200">
          <a:solidFill>
            <a:schemeClr val="tx1"/>
          </a:solidFill>
          <a:latin typeface="+mn-lt"/>
          <a:ea typeface="+mn-ea"/>
          <a:cs typeface="+mn-cs"/>
        </a:defRPr>
      </a:lvl3pPr>
      <a:lvl4pPr marL="2519995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4pPr>
      <a:lvl5pPr marL="3239994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5pPr>
      <a:lvl6pPr marL="3959992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679991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399989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6119988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1pPr>
      <a:lvl2pPr marL="719999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2pPr>
      <a:lvl3pPr marL="1439997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3pPr>
      <a:lvl4pPr marL="2159996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4pPr>
      <a:lvl5pPr marL="2879994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5pPr>
      <a:lvl6pPr marL="3599993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319991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039990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5759988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2F234B14-510F-82BA-75EA-38539C033E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4193" y="899778"/>
            <a:ext cx="5486411" cy="5486411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2F100678-EE34-EB48-75E5-4A6C8D6D0D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277491" y="899777"/>
            <a:ext cx="5486411" cy="5486411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CA4FD366-BDBF-5E38-9D6A-B08E1C6E77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320789" y="899776"/>
            <a:ext cx="5486411" cy="5486411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876D47C0-2757-7FC8-4CB3-4657935313B4}"/>
              </a:ext>
            </a:extLst>
          </p:cNvPr>
          <p:cNvSpPr txBox="1"/>
          <p:nvPr/>
        </p:nvSpPr>
        <p:spPr>
          <a:xfrm>
            <a:off x="840450" y="998379"/>
            <a:ext cx="5613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F54D4B7-1215-3660-CE58-FE516A3499A1}"/>
              </a:ext>
            </a:extLst>
          </p:cNvPr>
          <p:cNvSpPr txBox="1"/>
          <p:nvPr/>
        </p:nvSpPr>
        <p:spPr>
          <a:xfrm>
            <a:off x="5883748" y="998379"/>
            <a:ext cx="5613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8C1EBEA9-CEDF-DAF9-C179-C26D26FABE48}"/>
              </a:ext>
            </a:extLst>
          </p:cNvPr>
          <p:cNvSpPr txBox="1"/>
          <p:nvPr/>
        </p:nvSpPr>
        <p:spPr>
          <a:xfrm>
            <a:off x="10955606" y="998379"/>
            <a:ext cx="5613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40056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312</TotalTime>
  <Words>9</Words>
  <Application>Microsoft Office PowerPoint</Application>
  <PresentationFormat>自定义</PresentationFormat>
  <Paragraphs>3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Bin Cao</dc:creator>
  <cp:lastModifiedBy>Bin Cao</cp:lastModifiedBy>
  <cp:revision>5</cp:revision>
  <dcterms:created xsi:type="dcterms:W3CDTF">2024-12-16T07:50:07Z</dcterms:created>
  <dcterms:modified xsi:type="dcterms:W3CDTF">2024-12-16T13:35:11Z</dcterms:modified>
</cp:coreProperties>
</file>