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</p:sldIdLst>
  <p:sldSz cx="16200438" cy="10799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618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5033" y="1767462"/>
            <a:ext cx="13770372" cy="3759917"/>
          </a:xfrm>
        </p:spPr>
        <p:txBody>
          <a:bodyPr anchor="b"/>
          <a:lstStyle>
            <a:lvl1pPr algn="ctr">
              <a:defRPr sz="944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5055" y="5672376"/>
            <a:ext cx="12150329" cy="2607442"/>
          </a:xfrm>
        </p:spPr>
        <p:txBody>
          <a:bodyPr/>
          <a:lstStyle>
            <a:lvl1pPr marL="0" indent="0" algn="ctr">
              <a:buNone/>
              <a:defRPr sz="3780"/>
            </a:lvl1pPr>
            <a:lvl2pPr marL="719999" indent="0" algn="ctr">
              <a:buNone/>
              <a:defRPr sz="3150"/>
            </a:lvl2pPr>
            <a:lvl3pPr marL="1439997" indent="0" algn="ctr">
              <a:buNone/>
              <a:defRPr sz="2835"/>
            </a:lvl3pPr>
            <a:lvl4pPr marL="2159996" indent="0" algn="ctr">
              <a:buNone/>
              <a:defRPr sz="2520"/>
            </a:lvl4pPr>
            <a:lvl5pPr marL="2879994" indent="0" algn="ctr">
              <a:buNone/>
              <a:defRPr sz="2520"/>
            </a:lvl5pPr>
            <a:lvl6pPr marL="3599993" indent="0" algn="ctr">
              <a:buNone/>
              <a:defRPr sz="2520"/>
            </a:lvl6pPr>
            <a:lvl7pPr marL="4319991" indent="0" algn="ctr">
              <a:buNone/>
              <a:defRPr sz="2520"/>
            </a:lvl7pPr>
            <a:lvl8pPr marL="5039990" indent="0" algn="ctr">
              <a:buNone/>
              <a:defRPr sz="2520"/>
            </a:lvl8pPr>
            <a:lvl9pPr marL="5759988" indent="0" algn="ctr">
              <a:buNone/>
              <a:defRPr sz="252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43C71-DADB-4A33-AEC5-05BB719E0DA8}" type="datetimeFigureOut">
              <a:rPr lang="zh-CN" altLang="en-US" smtClean="0"/>
              <a:t>2024/12/22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DAA3C-EFC8-46FA-A898-43A220D9C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65447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43C71-DADB-4A33-AEC5-05BB719E0DA8}" type="datetimeFigureOut">
              <a:rPr lang="zh-CN" altLang="en-US" smtClean="0"/>
              <a:t>2024/12/22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DAA3C-EFC8-46FA-A898-43A220D9C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8607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5343" y="2692444"/>
            <a:ext cx="13972878" cy="4492401"/>
          </a:xfrm>
        </p:spPr>
        <p:txBody>
          <a:bodyPr anchor="b"/>
          <a:lstStyle>
            <a:lvl1pPr>
              <a:defRPr sz="944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5343" y="7227345"/>
            <a:ext cx="13972878" cy="2362447"/>
          </a:xfrm>
        </p:spPr>
        <p:txBody>
          <a:bodyPr/>
          <a:lstStyle>
            <a:lvl1pPr marL="0" indent="0">
              <a:buNone/>
              <a:defRPr sz="3780">
                <a:solidFill>
                  <a:schemeClr val="tx1"/>
                </a:solidFill>
              </a:defRPr>
            </a:lvl1pPr>
            <a:lvl2pPr marL="719999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2pPr>
            <a:lvl3pPr marL="1439997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3pPr>
            <a:lvl4pPr marL="2159996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4pPr>
            <a:lvl5pPr marL="2879994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5pPr>
            <a:lvl6pPr marL="3599993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6pPr>
            <a:lvl7pPr marL="4319991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7pPr>
            <a:lvl8pPr marL="503999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8pPr>
            <a:lvl9pPr marL="5759988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43C71-DADB-4A33-AEC5-05BB719E0DA8}" type="datetimeFigureOut">
              <a:rPr lang="zh-CN" altLang="en-US" smtClean="0"/>
              <a:t>2024/12/22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DAA3C-EFC8-46FA-A898-43A220D9C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56237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3780" y="2874937"/>
            <a:ext cx="6885186" cy="68523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01472" y="2874937"/>
            <a:ext cx="6885186" cy="68523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43C71-DADB-4A33-AEC5-05BB719E0DA8}" type="datetimeFigureOut">
              <a:rPr lang="zh-CN" altLang="en-US" smtClean="0"/>
              <a:t>2024/12/22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DAA3C-EFC8-46FA-A898-43A220D9C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7846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890" y="574990"/>
            <a:ext cx="13972878" cy="208745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5892" y="2647443"/>
            <a:ext cx="6853544" cy="1297471"/>
          </a:xfrm>
        </p:spPr>
        <p:txBody>
          <a:bodyPr anchor="b"/>
          <a:lstStyle>
            <a:lvl1pPr marL="0" indent="0">
              <a:buNone/>
              <a:defRPr sz="3780" b="1"/>
            </a:lvl1pPr>
            <a:lvl2pPr marL="719999" indent="0">
              <a:buNone/>
              <a:defRPr sz="3150" b="1"/>
            </a:lvl2pPr>
            <a:lvl3pPr marL="1439997" indent="0">
              <a:buNone/>
              <a:defRPr sz="2835" b="1"/>
            </a:lvl3pPr>
            <a:lvl4pPr marL="2159996" indent="0">
              <a:buNone/>
              <a:defRPr sz="2520" b="1"/>
            </a:lvl4pPr>
            <a:lvl5pPr marL="2879994" indent="0">
              <a:buNone/>
              <a:defRPr sz="2520" b="1"/>
            </a:lvl5pPr>
            <a:lvl6pPr marL="3599993" indent="0">
              <a:buNone/>
              <a:defRPr sz="2520" b="1"/>
            </a:lvl6pPr>
            <a:lvl7pPr marL="4319991" indent="0">
              <a:buNone/>
              <a:defRPr sz="2520" b="1"/>
            </a:lvl7pPr>
            <a:lvl8pPr marL="5039990" indent="0">
              <a:buNone/>
              <a:defRPr sz="2520" b="1"/>
            </a:lvl8pPr>
            <a:lvl9pPr marL="5759988" indent="0">
              <a:buNone/>
              <a:defRPr sz="252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5892" y="3944914"/>
            <a:ext cx="6853544" cy="58023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201473" y="2647443"/>
            <a:ext cx="6887296" cy="1297471"/>
          </a:xfrm>
        </p:spPr>
        <p:txBody>
          <a:bodyPr anchor="b"/>
          <a:lstStyle>
            <a:lvl1pPr marL="0" indent="0">
              <a:buNone/>
              <a:defRPr sz="3780" b="1"/>
            </a:lvl1pPr>
            <a:lvl2pPr marL="719999" indent="0">
              <a:buNone/>
              <a:defRPr sz="3150" b="1"/>
            </a:lvl2pPr>
            <a:lvl3pPr marL="1439997" indent="0">
              <a:buNone/>
              <a:defRPr sz="2835" b="1"/>
            </a:lvl3pPr>
            <a:lvl4pPr marL="2159996" indent="0">
              <a:buNone/>
              <a:defRPr sz="2520" b="1"/>
            </a:lvl4pPr>
            <a:lvl5pPr marL="2879994" indent="0">
              <a:buNone/>
              <a:defRPr sz="2520" b="1"/>
            </a:lvl5pPr>
            <a:lvl6pPr marL="3599993" indent="0">
              <a:buNone/>
              <a:defRPr sz="2520" b="1"/>
            </a:lvl6pPr>
            <a:lvl7pPr marL="4319991" indent="0">
              <a:buNone/>
              <a:defRPr sz="2520" b="1"/>
            </a:lvl7pPr>
            <a:lvl8pPr marL="5039990" indent="0">
              <a:buNone/>
              <a:defRPr sz="2520" b="1"/>
            </a:lvl8pPr>
            <a:lvl9pPr marL="5759988" indent="0">
              <a:buNone/>
              <a:defRPr sz="252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201473" y="3944914"/>
            <a:ext cx="6887296" cy="58023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43C71-DADB-4A33-AEC5-05BB719E0DA8}" type="datetimeFigureOut">
              <a:rPr lang="zh-CN" altLang="en-US" smtClean="0"/>
              <a:t>2024/12/22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DAA3C-EFC8-46FA-A898-43A220D9C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0981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43C71-DADB-4A33-AEC5-05BB719E0DA8}" type="datetimeFigureOut">
              <a:rPr lang="zh-CN" altLang="en-US" smtClean="0"/>
              <a:t>2024/12/22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DAA3C-EFC8-46FA-A898-43A220D9C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00740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43C71-DADB-4A33-AEC5-05BB719E0DA8}" type="datetimeFigureOut">
              <a:rPr lang="zh-CN" altLang="en-US" smtClean="0"/>
              <a:t>2024/12/22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DAA3C-EFC8-46FA-A898-43A220D9C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4591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890" y="719984"/>
            <a:ext cx="5225063" cy="2519945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7296" y="1554968"/>
            <a:ext cx="8201472" cy="7674832"/>
          </a:xfrm>
        </p:spPr>
        <p:txBody>
          <a:bodyPr/>
          <a:lstStyle>
            <a:lvl1pPr>
              <a:defRPr sz="5039"/>
            </a:lvl1pPr>
            <a:lvl2pPr>
              <a:defRPr sz="4409"/>
            </a:lvl2pPr>
            <a:lvl3pPr>
              <a:defRPr sz="3780"/>
            </a:lvl3pPr>
            <a:lvl4pPr>
              <a:defRPr sz="3150"/>
            </a:lvl4pPr>
            <a:lvl5pPr>
              <a:defRPr sz="3150"/>
            </a:lvl5pPr>
            <a:lvl6pPr>
              <a:defRPr sz="3150"/>
            </a:lvl6pPr>
            <a:lvl7pPr>
              <a:defRPr sz="3150"/>
            </a:lvl7pPr>
            <a:lvl8pPr>
              <a:defRPr sz="3150"/>
            </a:lvl8pPr>
            <a:lvl9pPr>
              <a:defRPr sz="31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890" y="3239929"/>
            <a:ext cx="5225063" cy="6002369"/>
          </a:xfrm>
        </p:spPr>
        <p:txBody>
          <a:bodyPr/>
          <a:lstStyle>
            <a:lvl1pPr marL="0" indent="0">
              <a:buNone/>
              <a:defRPr sz="2520"/>
            </a:lvl1pPr>
            <a:lvl2pPr marL="719999" indent="0">
              <a:buNone/>
              <a:defRPr sz="2205"/>
            </a:lvl2pPr>
            <a:lvl3pPr marL="1439997" indent="0">
              <a:buNone/>
              <a:defRPr sz="1890"/>
            </a:lvl3pPr>
            <a:lvl4pPr marL="2159996" indent="0">
              <a:buNone/>
              <a:defRPr sz="1575"/>
            </a:lvl4pPr>
            <a:lvl5pPr marL="2879994" indent="0">
              <a:buNone/>
              <a:defRPr sz="1575"/>
            </a:lvl5pPr>
            <a:lvl6pPr marL="3599993" indent="0">
              <a:buNone/>
              <a:defRPr sz="1575"/>
            </a:lvl6pPr>
            <a:lvl7pPr marL="4319991" indent="0">
              <a:buNone/>
              <a:defRPr sz="1575"/>
            </a:lvl7pPr>
            <a:lvl8pPr marL="5039990" indent="0">
              <a:buNone/>
              <a:defRPr sz="1575"/>
            </a:lvl8pPr>
            <a:lvl9pPr marL="5759988" indent="0">
              <a:buNone/>
              <a:defRPr sz="15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43C71-DADB-4A33-AEC5-05BB719E0DA8}" type="datetimeFigureOut">
              <a:rPr lang="zh-CN" altLang="en-US" smtClean="0"/>
              <a:t>2024/12/22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DAA3C-EFC8-46FA-A898-43A220D9C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1424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890" y="719984"/>
            <a:ext cx="5225063" cy="2519945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87296" y="1554968"/>
            <a:ext cx="8201472" cy="7674832"/>
          </a:xfrm>
        </p:spPr>
        <p:txBody>
          <a:bodyPr anchor="t"/>
          <a:lstStyle>
            <a:lvl1pPr marL="0" indent="0">
              <a:buNone/>
              <a:defRPr sz="5039"/>
            </a:lvl1pPr>
            <a:lvl2pPr marL="719999" indent="0">
              <a:buNone/>
              <a:defRPr sz="4409"/>
            </a:lvl2pPr>
            <a:lvl3pPr marL="1439997" indent="0">
              <a:buNone/>
              <a:defRPr sz="3780"/>
            </a:lvl3pPr>
            <a:lvl4pPr marL="2159996" indent="0">
              <a:buNone/>
              <a:defRPr sz="3150"/>
            </a:lvl4pPr>
            <a:lvl5pPr marL="2879994" indent="0">
              <a:buNone/>
              <a:defRPr sz="3150"/>
            </a:lvl5pPr>
            <a:lvl6pPr marL="3599993" indent="0">
              <a:buNone/>
              <a:defRPr sz="3150"/>
            </a:lvl6pPr>
            <a:lvl7pPr marL="4319991" indent="0">
              <a:buNone/>
              <a:defRPr sz="3150"/>
            </a:lvl7pPr>
            <a:lvl8pPr marL="5039990" indent="0">
              <a:buNone/>
              <a:defRPr sz="3150"/>
            </a:lvl8pPr>
            <a:lvl9pPr marL="5759988" indent="0">
              <a:buNone/>
              <a:defRPr sz="315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890" y="3239929"/>
            <a:ext cx="5225063" cy="6002369"/>
          </a:xfrm>
        </p:spPr>
        <p:txBody>
          <a:bodyPr/>
          <a:lstStyle>
            <a:lvl1pPr marL="0" indent="0">
              <a:buNone/>
              <a:defRPr sz="2520"/>
            </a:lvl1pPr>
            <a:lvl2pPr marL="719999" indent="0">
              <a:buNone/>
              <a:defRPr sz="2205"/>
            </a:lvl2pPr>
            <a:lvl3pPr marL="1439997" indent="0">
              <a:buNone/>
              <a:defRPr sz="1890"/>
            </a:lvl3pPr>
            <a:lvl4pPr marL="2159996" indent="0">
              <a:buNone/>
              <a:defRPr sz="1575"/>
            </a:lvl4pPr>
            <a:lvl5pPr marL="2879994" indent="0">
              <a:buNone/>
              <a:defRPr sz="1575"/>
            </a:lvl5pPr>
            <a:lvl6pPr marL="3599993" indent="0">
              <a:buNone/>
              <a:defRPr sz="1575"/>
            </a:lvl6pPr>
            <a:lvl7pPr marL="4319991" indent="0">
              <a:buNone/>
              <a:defRPr sz="1575"/>
            </a:lvl7pPr>
            <a:lvl8pPr marL="5039990" indent="0">
              <a:buNone/>
              <a:defRPr sz="1575"/>
            </a:lvl8pPr>
            <a:lvl9pPr marL="5759988" indent="0">
              <a:buNone/>
              <a:defRPr sz="15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43C71-DADB-4A33-AEC5-05BB719E0DA8}" type="datetimeFigureOut">
              <a:rPr lang="zh-CN" altLang="en-US" smtClean="0"/>
              <a:t>2024/12/22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DAA3C-EFC8-46FA-A898-43A220D9C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0107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43C71-DADB-4A33-AEC5-05BB719E0DA8}" type="datetimeFigureOut">
              <a:rPr lang="zh-CN" altLang="en-US" smtClean="0"/>
              <a:t>2024/12/22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DAA3C-EFC8-46FA-A898-43A220D9C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0571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93440" y="574987"/>
            <a:ext cx="3493219" cy="91523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781" y="574987"/>
            <a:ext cx="10277153" cy="91523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43C71-DADB-4A33-AEC5-05BB719E0DA8}" type="datetimeFigureOut">
              <a:rPr lang="zh-CN" altLang="en-US" smtClean="0"/>
              <a:t>2024/12/22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DAA3C-EFC8-46FA-A898-43A220D9C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4115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3780" y="574990"/>
            <a:ext cx="13972878" cy="2087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780" y="2874937"/>
            <a:ext cx="13972878" cy="6852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13780" y="10009783"/>
            <a:ext cx="3645099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043C71-DADB-4A33-AEC5-05BB719E0DA8}" type="datetimeFigureOut">
              <a:rPr lang="zh-CN" altLang="en-US" smtClean="0"/>
              <a:t>2024/12/22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66395" y="10009783"/>
            <a:ext cx="5467648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41559" y="10009783"/>
            <a:ext cx="3645099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1DAA3C-EFC8-46FA-A898-43A220D9C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1636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1439997" rtl="0" eaLnBrk="1" latinLnBrk="0" hangingPunct="1">
        <a:lnSpc>
          <a:spcPct val="90000"/>
        </a:lnSpc>
        <a:spcBef>
          <a:spcPct val="0"/>
        </a:spcBef>
        <a:buNone/>
        <a:defRPr sz="692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9999" indent="-359999" algn="l" defTabSz="1439997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4409" kern="1200">
          <a:solidFill>
            <a:schemeClr val="tx1"/>
          </a:solidFill>
          <a:latin typeface="+mn-lt"/>
          <a:ea typeface="+mn-ea"/>
          <a:cs typeface="+mn-cs"/>
        </a:defRPr>
      </a:lvl1pPr>
      <a:lvl2pPr marL="1079998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2pPr>
      <a:lvl3pPr marL="1799996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3150" kern="1200">
          <a:solidFill>
            <a:schemeClr val="tx1"/>
          </a:solidFill>
          <a:latin typeface="+mn-lt"/>
          <a:ea typeface="+mn-ea"/>
          <a:cs typeface="+mn-cs"/>
        </a:defRPr>
      </a:lvl3pPr>
      <a:lvl4pPr marL="2519995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4pPr>
      <a:lvl5pPr marL="3239994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5pPr>
      <a:lvl6pPr marL="3959992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6pPr>
      <a:lvl7pPr marL="4679991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7pPr>
      <a:lvl8pPr marL="5399989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8pPr>
      <a:lvl9pPr marL="6119988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1pPr>
      <a:lvl2pPr marL="719999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2pPr>
      <a:lvl3pPr marL="1439997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3pPr>
      <a:lvl4pPr marL="2159996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4pPr>
      <a:lvl5pPr marL="2879994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5pPr>
      <a:lvl6pPr marL="3599993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6pPr>
      <a:lvl7pPr marL="4319991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7pPr>
      <a:lvl8pPr marL="5039990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8pPr>
      <a:lvl9pPr marL="5759988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F234B14-510F-82BA-75EA-38539C033E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4193" y="899778"/>
            <a:ext cx="5486411" cy="5486411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F100678-EE34-EB48-75E5-4A6C8D6D0D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77491" y="899777"/>
            <a:ext cx="5486411" cy="548641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A4FD366-BDBF-5E38-9D6A-B08E1C6E77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0789" y="899776"/>
            <a:ext cx="5486411" cy="5486411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876D47C0-2757-7FC8-4CB3-4657935313B4}"/>
              </a:ext>
            </a:extLst>
          </p:cNvPr>
          <p:cNvSpPr txBox="1"/>
          <p:nvPr/>
        </p:nvSpPr>
        <p:spPr>
          <a:xfrm>
            <a:off x="840450" y="998379"/>
            <a:ext cx="5613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F54D4B7-1215-3660-CE58-FE516A3499A1}"/>
              </a:ext>
            </a:extLst>
          </p:cNvPr>
          <p:cNvSpPr txBox="1"/>
          <p:nvPr/>
        </p:nvSpPr>
        <p:spPr>
          <a:xfrm>
            <a:off x="5883748" y="998379"/>
            <a:ext cx="5613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C1EBEA9-CEDF-DAF9-C179-C26D26FABE48}"/>
              </a:ext>
            </a:extLst>
          </p:cNvPr>
          <p:cNvSpPr txBox="1"/>
          <p:nvPr/>
        </p:nvSpPr>
        <p:spPr>
          <a:xfrm>
            <a:off x="10955606" y="998379"/>
            <a:ext cx="5613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(c)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4B8A27D-7BE0-A0C8-F34B-B00D971C0E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1350" y="2141665"/>
            <a:ext cx="1274325" cy="453092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60E09F74-F010-C246-8E81-6E6FCE7A5C72}"/>
              </a:ext>
            </a:extLst>
          </p:cNvPr>
          <p:cNvSpPr txBox="1"/>
          <p:nvPr/>
        </p:nvSpPr>
        <p:spPr>
          <a:xfrm>
            <a:off x="3707195" y="2156803"/>
            <a:ext cx="11416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SVM values</a:t>
            </a:r>
            <a:endParaRPr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C89056C-3AAE-096A-2B91-BF9769AACA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4648" y="2141665"/>
            <a:ext cx="1274325" cy="453092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BA717887-7020-4350-45CC-9654F88D4316}"/>
              </a:ext>
            </a:extLst>
          </p:cNvPr>
          <p:cNvSpPr txBox="1"/>
          <p:nvPr/>
        </p:nvSpPr>
        <p:spPr>
          <a:xfrm>
            <a:off x="8750493" y="2156803"/>
            <a:ext cx="11416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SVM values</a:t>
            </a:r>
            <a:endParaRPr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971F76E4-111E-5D41-DE9D-214218B3C9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42101" y="2141665"/>
            <a:ext cx="1274325" cy="453092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988FF4BA-A51D-1F58-135B-971053267284}"/>
              </a:ext>
            </a:extLst>
          </p:cNvPr>
          <p:cNvSpPr txBox="1"/>
          <p:nvPr/>
        </p:nvSpPr>
        <p:spPr>
          <a:xfrm>
            <a:off x="13817946" y="2156803"/>
            <a:ext cx="11416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SVM values</a:t>
            </a:r>
            <a:endParaRPr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40056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4DF28-1F3F-96DB-AE38-474159864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>
            <a:extLst>
              <a:ext uri="{FF2B5EF4-FFF2-40B4-BE49-F238E27FC236}">
                <a16:creationId xmlns:a16="http://schemas.microsoft.com/office/drawing/2014/main" id="{09677BE2-00F1-C58B-9E29-900365BFA09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2411" y="656747"/>
            <a:ext cx="8656218" cy="865621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402CAFC0-0056-DE86-7B3F-E149657A08BA}"/>
              </a:ext>
            </a:extLst>
          </p:cNvPr>
          <p:cNvCxnSpPr>
            <a:cxnSpLocks/>
          </p:cNvCxnSpPr>
          <p:nvPr/>
        </p:nvCxnSpPr>
        <p:spPr>
          <a:xfrm flipH="1">
            <a:off x="4555434" y="8063947"/>
            <a:ext cx="6619461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FD68020B-63F4-CA01-1863-7E023D5FD9D2}"/>
              </a:ext>
            </a:extLst>
          </p:cNvPr>
          <p:cNvCxnSpPr/>
          <p:nvPr/>
        </p:nvCxnSpPr>
        <p:spPr>
          <a:xfrm>
            <a:off x="4992757" y="1782037"/>
            <a:ext cx="0" cy="6539948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16701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316</TotalTime>
  <Words>15</Words>
  <Application>Microsoft Office PowerPoint</Application>
  <PresentationFormat>自定义</PresentationFormat>
  <Paragraphs>6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Bin Cao</dc:creator>
  <cp:lastModifiedBy>Bin Cao</cp:lastModifiedBy>
  <cp:revision>6</cp:revision>
  <dcterms:created xsi:type="dcterms:W3CDTF">2024-12-16T07:50:07Z</dcterms:created>
  <dcterms:modified xsi:type="dcterms:W3CDTF">2024-12-22T08:18:46Z</dcterms:modified>
</cp:coreProperties>
</file>