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162004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61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5033" y="1767462"/>
            <a:ext cx="13770372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5672376"/>
            <a:ext cx="1215032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544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60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3" y="2692444"/>
            <a:ext cx="13972878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3" y="7227345"/>
            <a:ext cx="13972878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/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562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84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574990"/>
            <a:ext cx="13972878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2" y="2647443"/>
            <a:ext cx="685354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2" y="3944914"/>
            <a:ext cx="6853544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3" y="2647443"/>
            <a:ext cx="688729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3" y="3944914"/>
            <a:ext cx="688729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98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0074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459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1554968"/>
            <a:ext cx="8201472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424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1554968"/>
            <a:ext cx="8201472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0107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571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40" y="574987"/>
            <a:ext cx="3493219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1" y="574987"/>
            <a:ext cx="10277153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11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574990"/>
            <a:ext cx="13972878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2874937"/>
            <a:ext cx="13972878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043C71-DADB-4A33-AEC5-05BB719E0DA8}" type="datetimeFigureOut">
              <a:rPr lang="zh-CN" altLang="en-US" smtClean="0"/>
              <a:t>2024/12/22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10009783"/>
            <a:ext cx="54676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636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F234B14-510F-82BA-75EA-38539C033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3" y="899778"/>
            <a:ext cx="5486411" cy="548641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F100678-EE34-EB48-75E5-4A6C8D6D0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7491" y="899777"/>
            <a:ext cx="5486411" cy="548641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4FD366-BDBF-5E38-9D6A-B08E1C6E77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0789" y="899776"/>
            <a:ext cx="5486411" cy="548641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876D47C0-2757-7FC8-4CB3-4657935313B4}"/>
              </a:ext>
            </a:extLst>
          </p:cNvPr>
          <p:cNvSpPr txBox="1"/>
          <p:nvPr/>
        </p:nvSpPr>
        <p:spPr>
          <a:xfrm>
            <a:off x="840450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F54D4B7-1215-3660-CE58-FE516A3499A1}"/>
              </a:ext>
            </a:extLst>
          </p:cNvPr>
          <p:cNvSpPr txBox="1"/>
          <p:nvPr/>
        </p:nvSpPr>
        <p:spPr>
          <a:xfrm>
            <a:off x="5883748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EBEA9-CEDF-DAF9-C179-C26D26FABE48}"/>
              </a:ext>
            </a:extLst>
          </p:cNvPr>
          <p:cNvSpPr txBox="1"/>
          <p:nvPr/>
        </p:nvSpPr>
        <p:spPr>
          <a:xfrm>
            <a:off x="10955606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E2D6503-2946-A6A8-1373-CCFC563D05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32825" y="2151603"/>
            <a:ext cx="1274325" cy="45309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268E964-B41A-0F7A-949B-2C1F900BF812}"/>
              </a:ext>
            </a:extLst>
          </p:cNvPr>
          <p:cNvSpPr txBox="1"/>
          <p:nvPr/>
        </p:nvSpPr>
        <p:spPr>
          <a:xfrm>
            <a:off x="13808670" y="2166741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DEB6610-4718-9194-CC13-0EED59D079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9527" y="2151603"/>
            <a:ext cx="1274325" cy="45309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CE3403A-CBF3-0226-C74E-4D6F34F872D4}"/>
              </a:ext>
            </a:extLst>
          </p:cNvPr>
          <p:cNvSpPr txBox="1"/>
          <p:nvPr/>
        </p:nvSpPr>
        <p:spPr>
          <a:xfrm>
            <a:off x="8765372" y="2166741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5061C0C-B99B-7D97-27FC-8773FA589E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6422" y="2151603"/>
            <a:ext cx="1274325" cy="453092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3E3B859E-C583-71B4-EF95-794F3DB71423}"/>
              </a:ext>
            </a:extLst>
          </p:cNvPr>
          <p:cNvSpPr txBox="1"/>
          <p:nvPr/>
        </p:nvSpPr>
        <p:spPr>
          <a:xfrm>
            <a:off x="3732267" y="2166741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05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4001-8F02-34AE-7A4D-DF85BF12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5F7CAA3-DD3D-D8B7-13BF-B836818C76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7419" y="497919"/>
            <a:ext cx="9365599" cy="93655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AB8B4D4-B60C-2B72-A2E8-EBAA6FB4289F}"/>
              </a:ext>
            </a:extLst>
          </p:cNvPr>
          <p:cNvCxnSpPr/>
          <p:nvPr/>
        </p:nvCxnSpPr>
        <p:spPr>
          <a:xfrm>
            <a:off x="5230368" y="1572768"/>
            <a:ext cx="0" cy="727862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9BD08BB-E176-72AD-9FB6-095AF91691C2}"/>
              </a:ext>
            </a:extLst>
          </p:cNvPr>
          <p:cNvCxnSpPr>
            <a:cxnSpLocks/>
          </p:cNvCxnSpPr>
          <p:nvPr/>
        </p:nvCxnSpPr>
        <p:spPr>
          <a:xfrm flipH="1">
            <a:off x="4608576" y="8485632"/>
            <a:ext cx="7205472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1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322</TotalTime>
  <Words>15</Words>
  <Application>Microsoft Office PowerPoint</Application>
  <PresentationFormat>自定义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 Cao</dc:creator>
  <cp:lastModifiedBy>Bin Cao</cp:lastModifiedBy>
  <cp:revision>5</cp:revision>
  <dcterms:created xsi:type="dcterms:W3CDTF">2024-12-16T07:50:07Z</dcterms:created>
  <dcterms:modified xsi:type="dcterms:W3CDTF">2024-12-22T08:14:07Z</dcterms:modified>
</cp:coreProperties>
</file>