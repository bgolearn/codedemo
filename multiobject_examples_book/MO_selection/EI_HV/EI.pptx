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1620043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0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1767462"/>
            <a:ext cx="13770372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5672376"/>
            <a:ext cx="12150329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54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60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2692444"/>
            <a:ext cx="13972878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7227345"/>
            <a:ext cx="13972878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23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2874937"/>
            <a:ext cx="6885186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2874937"/>
            <a:ext cx="6885186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84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574990"/>
            <a:ext cx="13972878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2647443"/>
            <a:ext cx="685354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3944914"/>
            <a:ext cx="685354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2647443"/>
            <a:ext cx="688729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3944914"/>
            <a:ext cx="688729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98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7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59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719984"/>
            <a:ext cx="5225063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554968"/>
            <a:ext cx="8201472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3239929"/>
            <a:ext cx="5225063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42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719984"/>
            <a:ext cx="5225063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554968"/>
            <a:ext cx="8201472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3239929"/>
            <a:ext cx="5225063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0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57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0" y="574987"/>
            <a:ext cx="3493219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1" y="574987"/>
            <a:ext cx="10277153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11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574990"/>
            <a:ext cx="13972878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2874937"/>
            <a:ext cx="13972878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0009783"/>
            <a:ext cx="364509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0009783"/>
            <a:ext cx="54676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10009783"/>
            <a:ext cx="364509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63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234B14-510F-82BA-75EA-38539C033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3" y="899778"/>
            <a:ext cx="5486411" cy="54864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100678-EE34-EB48-75E5-4A6C8D6D0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491" y="899777"/>
            <a:ext cx="5486411" cy="54864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4FD366-BDBF-5E38-9D6A-B08E1C6E7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789" y="899776"/>
            <a:ext cx="5486411" cy="548641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76D47C0-2757-7FC8-4CB3-4657935313B4}"/>
              </a:ext>
            </a:extLst>
          </p:cNvPr>
          <p:cNvSpPr txBox="1"/>
          <p:nvPr/>
        </p:nvSpPr>
        <p:spPr>
          <a:xfrm>
            <a:off x="840450" y="99837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54D4B7-1215-3660-CE58-FE516A3499A1}"/>
              </a:ext>
            </a:extLst>
          </p:cNvPr>
          <p:cNvSpPr txBox="1"/>
          <p:nvPr/>
        </p:nvSpPr>
        <p:spPr>
          <a:xfrm>
            <a:off x="5883748" y="99837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1EBEA9-CEDF-DAF9-C179-C26D26FABE48}"/>
              </a:ext>
            </a:extLst>
          </p:cNvPr>
          <p:cNvSpPr txBox="1"/>
          <p:nvPr/>
        </p:nvSpPr>
        <p:spPr>
          <a:xfrm>
            <a:off x="10955606" y="99837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2D6503-2946-A6A8-1373-CCFC563D0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2825" y="2151603"/>
            <a:ext cx="1274325" cy="45309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268E964-B41A-0F7A-949B-2C1F900BF812}"/>
              </a:ext>
            </a:extLst>
          </p:cNvPr>
          <p:cNvSpPr txBox="1"/>
          <p:nvPr/>
        </p:nvSpPr>
        <p:spPr>
          <a:xfrm>
            <a:off x="13808670" y="2166741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EB6610-4718-9194-CC13-0EED59D07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527" y="2151603"/>
            <a:ext cx="1274325" cy="4530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CE3403A-CBF3-0226-C74E-4D6F34F872D4}"/>
              </a:ext>
            </a:extLst>
          </p:cNvPr>
          <p:cNvSpPr txBox="1"/>
          <p:nvPr/>
        </p:nvSpPr>
        <p:spPr>
          <a:xfrm>
            <a:off x="8765372" y="2166741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5061C0C-B99B-7D97-27FC-8773FA589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422" y="2151603"/>
            <a:ext cx="1274325" cy="45309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E3B859E-C583-71B4-EF95-794F3DB71423}"/>
              </a:ext>
            </a:extLst>
          </p:cNvPr>
          <p:cNvSpPr txBox="1"/>
          <p:nvPr/>
        </p:nvSpPr>
        <p:spPr>
          <a:xfrm>
            <a:off x="3732267" y="2166741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00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4001-8F02-34AE-7A4D-DF85BF12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5F7CAA3-DD3D-D8B7-13BF-B836818C76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419" y="497919"/>
            <a:ext cx="9365599" cy="9365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AB8B4D4-B60C-2B72-A2E8-EBAA6FB4289F}"/>
              </a:ext>
            </a:extLst>
          </p:cNvPr>
          <p:cNvCxnSpPr/>
          <p:nvPr/>
        </p:nvCxnSpPr>
        <p:spPr>
          <a:xfrm>
            <a:off x="5230368" y="1572768"/>
            <a:ext cx="0" cy="727862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9BD08BB-E176-72AD-9FB6-095AF91691C2}"/>
              </a:ext>
            </a:extLst>
          </p:cNvPr>
          <p:cNvCxnSpPr>
            <a:cxnSpLocks/>
          </p:cNvCxnSpPr>
          <p:nvPr/>
        </p:nvCxnSpPr>
        <p:spPr>
          <a:xfrm flipH="1">
            <a:off x="4608576" y="8485632"/>
            <a:ext cx="720547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1934C7F-2BBA-409F-750A-1AF653C274FA}"/>
              </a:ext>
            </a:extLst>
          </p:cNvPr>
          <p:cNvCxnSpPr>
            <a:cxnSpLocks/>
          </p:cNvCxnSpPr>
          <p:nvPr/>
        </p:nvCxnSpPr>
        <p:spPr>
          <a:xfrm flipH="1">
            <a:off x="8198644" y="6955631"/>
            <a:ext cx="118744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59E973F-85FE-BD48-4095-106563A20C64}"/>
              </a:ext>
            </a:extLst>
          </p:cNvPr>
          <p:cNvCxnSpPr>
            <a:cxnSpLocks/>
          </p:cNvCxnSpPr>
          <p:nvPr/>
        </p:nvCxnSpPr>
        <p:spPr>
          <a:xfrm>
            <a:off x="9386086" y="6955631"/>
            <a:ext cx="0" cy="91201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1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323</TotalTime>
  <Words>15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 Cao</dc:creator>
  <cp:lastModifiedBy>Bin Cao</cp:lastModifiedBy>
  <cp:revision>6</cp:revision>
  <dcterms:created xsi:type="dcterms:W3CDTF">2024-12-16T07:50:07Z</dcterms:created>
  <dcterms:modified xsi:type="dcterms:W3CDTF">2024-12-31T02:25:07Z</dcterms:modified>
</cp:coreProperties>
</file>